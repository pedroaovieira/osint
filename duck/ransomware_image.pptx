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BFF"/>
    <a:srgbClr val="005B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98" autoAdjust="0"/>
    <p:restoredTop sz="94660"/>
  </p:normalViewPr>
  <p:slideViewPr>
    <p:cSldViewPr snapToGrid="0">
      <p:cViewPr varScale="1">
        <p:scale>
          <a:sx n="65" d="100"/>
          <a:sy n="65" d="100"/>
        </p:scale>
        <p:origin x="121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1578225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2669600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721686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3638066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2125034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392988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3847463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2419755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2511753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847829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6000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139347-4939-4821-8E98-66C02AAF528F}" type="datetimeFigureOut">
              <a:rPr lang="en-BS" smtClean="0"/>
              <a:t>05/07/2025</a:t>
            </a:fld>
            <a:endParaRPr lang="en-B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B41B6-0173-44C9-BEF3-6A5547BEFAD4}" type="slidenum">
              <a:rPr lang="en-BS" smtClean="0"/>
              <a:t>‹#›</a:t>
            </a:fld>
            <a:endParaRPr lang="en-BS"/>
          </a:p>
        </p:txBody>
      </p:sp>
    </p:spTree>
    <p:extLst>
      <p:ext uri="{BB962C8B-B14F-4D97-AF65-F5344CB8AC3E}">
        <p14:creationId xmlns:p14="http://schemas.microsoft.com/office/powerpoint/2010/main" val="3152165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B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76DD39-843E-26F6-6285-7AC07F8D7A0B}"/>
              </a:ext>
            </a:extLst>
          </p:cNvPr>
          <p:cNvSpPr txBox="1"/>
          <p:nvPr/>
        </p:nvSpPr>
        <p:spPr>
          <a:xfrm>
            <a:off x="0" y="1799311"/>
            <a:ext cx="182879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RANSOMWARE</a:t>
            </a:r>
            <a:endParaRPr lang="en-BS" sz="9600" dirty="0">
              <a:solidFill>
                <a:srgbClr val="FAFB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BBFCCC-ACF3-137A-6438-4BE690544B75}"/>
              </a:ext>
            </a:extLst>
          </p:cNvPr>
          <p:cNvSpPr txBox="1"/>
          <p:nvPr/>
        </p:nvSpPr>
        <p:spPr>
          <a:xfrm>
            <a:off x="1" y="4163971"/>
            <a:ext cx="1828799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This is NOT a ransomware attack.</a:t>
            </a:r>
          </a:p>
          <a:p>
            <a:pPr algn="ctr"/>
            <a:endParaRPr lang="en-US" sz="3200" dirty="0">
              <a:solidFill>
                <a:srgbClr val="FAFB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r>
              <a:rPr lang="en-US" sz="32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This is a simulation of </a:t>
            </a:r>
          </a:p>
          <a:p>
            <a:pPr algn="ctr"/>
            <a:r>
              <a:rPr lang="en-US" sz="32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what can happen when you </a:t>
            </a:r>
          </a:p>
          <a:p>
            <a:pPr algn="ctr"/>
            <a:r>
              <a:rPr lang="en-US" sz="32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connect </a:t>
            </a:r>
            <a:r>
              <a:rPr lang="en-US" sz="3200" b="1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untrusted devices</a:t>
            </a:r>
            <a:r>
              <a:rPr lang="en-US" sz="32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to your computer.</a:t>
            </a:r>
          </a:p>
          <a:p>
            <a:pPr algn="ctr"/>
            <a:endParaRPr lang="en-US" sz="3200" dirty="0">
              <a:solidFill>
                <a:srgbClr val="FAFB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r>
              <a:rPr lang="en-US" sz="32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If this were a real attack, </a:t>
            </a:r>
          </a:p>
          <a:p>
            <a:pPr algn="ctr"/>
            <a:r>
              <a:rPr lang="en-US" sz="32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you would have lost all your photos, documents, and </a:t>
            </a:r>
            <a:r>
              <a:rPr lang="en-US" sz="320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more -</a:t>
            </a:r>
            <a:endParaRPr lang="en-US" sz="3200" dirty="0">
              <a:solidFill>
                <a:srgbClr val="FAFB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r>
              <a:rPr lang="en-US" sz="32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 had them exposed on the internet</a:t>
            </a:r>
            <a:endParaRPr lang="en-BS" sz="3200" dirty="0">
              <a:solidFill>
                <a:srgbClr val="FAFB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3412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BB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325612-3E34-2F7A-3BA5-2E66BF078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>
            <a:extLst>
              <a:ext uri="{FF2B5EF4-FFF2-40B4-BE49-F238E27FC236}">
                <a16:creationId xmlns:a16="http://schemas.microsoft.com/office/drawing/2014/main" id="{6976DD39-843E-26F6-6285-7AC07F8D7A0B}"/>
              </a:ext>
            </a:extLst>
          </p:cNvPr>
          <p:cNvSpPr txBox="1"/>
          <p:nvPr/>
        </p:nvSpPr>
        <p:spPr>
          <a:xfrm>
            <a:off x="0" y="4843856"/>
            <a:ext cx="1828799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Working on updates</a:t>
            </a:r>
          </a:p>
          <a:p>
            <a:pPr algn="ctr"/>
            <a:r>
              <a:rPr lang="en-US" sz="60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95% complete</a:t>
            </a:r>
            <a:endParaRPr lang="en-BS" sz="6000" dirty="0">
              <a:solidFill>
                <a:srgbClr val="FAFB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ADBBFCCC-ACF3-137A-6438-4BE690544B75}"/>
              </a:ext>
            </a:extLst>
          </p:cNvPr>
          <p:cNvSpPr txBox="1"/>
          <p:nvPr/>
        </p:nvSpPr>
        <p:spPr>
          <a:xfrm>
            <a:off x="1" y="7208516"/>
            <a:ext cx="18287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200" dirty="0">
                <a:solidFill>
                  <a:srgbClr val="FAFBF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Don’t turn off your computer</a:t>
            </a:r>
            <a:endParaRPr lang="en-BS" sz="3200" dirty="0">
              <a:solidFill>
                <a:srgbClr val="FAFBF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247D86-6C3B-1837-6853-9293B6E19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1882" y="2493708"/>
            <a:ext cx="2824237" cy="1924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0089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</TotalTime>
  <Words>63</Words>
  <Application>Microsoft Office PowerPoint</Application>
  <PresentationFormat>Custom</PresentationFormat>
  <Paragraphs>13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Pedro Vieira</dc:creator>
  <cp:lastModifiedBy>Pedro Vieira</cp:lastModifiedBy>
  <cp:revision>3</cp:revision>
  <dcterms:created xsi:type="dcterms:W3CDTF">2025-07-05T15:33:58Z</dcterms:created>
  <dcterms:modified xsi:type="dcterms:W3CDTF">2025-07-05T16:47:10Z</dcterms:modified>
</cp:coreProperties>
</file>