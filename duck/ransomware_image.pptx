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F"/>
    <a:srgbClr val="005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8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157822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266960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72168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363806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212503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392988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384746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241975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251175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84782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600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39347-4939-4821-8E98-66C02AAF528F}" type="datetimeFigureOut">
              <a:rPr lang="en-BS" smtClean="0"/>
              <a:t>05/07/2025</a:t>
            </a:fld>
            <a:endParaRPr lang="en-B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B41B6-0173-44C9-BEF3-6A5547BEFAD4}" type="slidenum">
              <a:rPr lang="en-BS" smtClean="0"/>
              <a:t>‹#›</a:t>
            </a:fld>
            <a:endParaRPr lang="en-BS"/>
          </a:p>
        </p:txBody>
      </p:sp>
    </p:spTree>
    <p:extLst>
      <p:ext uri="{BB962C8B-B14F-4D97-AF65-F5344CB8AC3E}">
        <p14:creationId xmlns:p14="http://schemas.microsoft.com/office/powerpoint/2010/main" val="315216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76DD39-843E-26F6-6285-7AC07F8D7A0B}"/>
              </a:ext>
            </a:extLst>
          </p:cNvPr>
          <p:cNvSpPr txBox="1"/>
          <p:nvPr/>
        </p:nvSpPr>
        <p:spPr>
          <a:xfrm>
            <a:off x="0" y="1799311"/>
            <a:ext cx="18287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RANSOMWARE</a:t>
            </a:r>
            <a:endParaRPr lang="en-BS" sz="9600" dirty="0">
              <a:solidFill>
                <a:srgbClr val="FAFB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BFCCC-ACF3-137A-6438-4BE690544B75}"/>
              </a:ext>
            </a:extLst>
          </p:cNvPr>
          <p:cNvSpPr txBox="1"/>
          <p:nvPr/>
        </p:nvSpPr>
        <p:spPr>
          <a:xfrm>
            <a:off x="1" y="4163971"/>
            <a:ext cx="182879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NOT a ransomware attack.</a:t>
            </a:r>
          </a:p>
          <a:p>
            <a:pPr algn="ctr"/>
            <a:endParaRPr lang="en-US" sz="3200" dirty="0">
              <a:solidFill>
                <a:srgbClr val="FAFB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simulation of </a:t>
            </a:r>
          </a:p>
          <a:p>
            <a:pPr algn="ctr"/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can happen when you </a:t>
            </a:r>
          </a:p>
          <a:p>
            <a:pPr algn="ctr"/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connect </a:t>
            </a:r>
            <a:r>
              <a:rPr lang="en-US" sz="3200" b="1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untrusted devices</a:t>
            </a:r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your computer.</a:t>
            </a:r>
          </a:p>
          <a:p>
            <a:pPr algn="ctr"/>
            <a:endParaRPr lang="en-US" sz="3200" dirty="0">
              <a:solidFill>
                <a:srgbClr val="FAFB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this were a real attack, </a:t>
            </a:r>
          </a:p>
          <a:p>
            <a:pPr algn="ctr"/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would have lost all your photos, documents, and </a:t>
            </a:r>
            <a:r>
              <a:rPr lang="en-US" sz="320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more -</a:t>
            </a:r>
            <a:endParaRPr lang="en-US" sz="3200" dirty="0">
              <a:solidFill>
                <a:srgbClr val="FAFB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200" dirty="0">
                <a:solidFill>
                  <a:srgbClr val="FAFB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had them exposed on the internet</a:t>
            </a:r>
            <a:endParaRPr lang="en-BS" sz="3200" dirty="0">
              <a:solidFill>
                <a:srgbClr val="FAFB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1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52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Vieira</dc:creator>
  <cp:lastModifiedBy>Pedro Vieira</cp:lastModifiedBy>
  <cp:revision>2</cp:revision>
  <dcterms:created xsi:type="dcterms:W3CDTF">2025-07-05T15:33:58Z</dcterms:created>
  <dcterms:modified xsi:type="dcterms:W3CDTF">2025-07-05T15:58:36Z</dcterms:modified>
</cp:coreProperties>
</file>