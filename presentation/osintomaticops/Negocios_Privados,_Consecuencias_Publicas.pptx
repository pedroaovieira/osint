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9"/>
  </p:notesMasterIdLst>
  <p:sldIdLst>
    <p:sldId id="256" r:id="rId2"/>
    <p:sldId id="273" r:id="rId3"/>
    <p:sldId id="271" r:id="rId4"/>
    <p:sldId id="334" r:id="rId5"/>
    <p:sldId id="270" r:id="rId6"/>
    <p:sldId id="301" r:id="rId7"/>
    <p:sldId id="291" r:id="rId8"/>
    <p:sldId id="303" r:id="rId9"/>
    <p:sldId id="286" r:id="rId10"/>
    <p:sldId id="276" r:id="rId11"/>
    <p:sldId id="305" r:id="rId12"/>
    <p:sldId id="339" r:id="rId13"/>
    <p:sldId id="307" r:id="rId14"/>
    <p:sldId id="338" r:id="rId15"/>
    <p:sldId id="313" r:id="rId16"/>
    <p:sldId id="309" r:id="rId17"/>
    <p:sldId id="340" r:id="rId18"/>
    <p:sldId id="280" r:id="rId19"/>
    <p:sldId id="283" r:id="rId20"/>
    <p:sldId id="341" r:id="rId21"/>
    <p:sldId id="310" r:id="rId22"/>
    <p:sldId id="282" r:id="rId23"/>
    <p:sldId id="315" r:id="rId24"/>
    <p:sldId id="311" r:id="rId25"/>
    <p:sldId id="322" r:id="rId26"/>
    <p:sldId id="333" r:id="rId27"/>
    <p:sldId id="312" r:id="rId28"/>
    <p:sldId id="342" r:id="rId29"/>
    <p:sldId id="327" r:id="rId30"/>
    <p:sldId id="343" r:id="rId31"/>
    <p:sldId id="344" r:id="rId32"/>
    <p:sldId id="337" r:id="rId33"/>
    <p:sldId id="332" r:id="rId34"/>
    <p:sldId id="329" r:id="rId35"/>
    <p:sldId id="326" r:id="rId36"/>
    <p:sldId id="335" r:id="rId37"/>
    <p:sldId id="323" r:id="rId38"/>
  </p:sldIdLst>
  <p:sldSz cx="18288000" cy="10287000"/>
  <p:notesSz cx="6858000" cy="9144000"/>
  <p:embeddedFontLst>
    <p:embeddedFont>
      <p:font typeface="Cooper Hewitt" panose="020B0604020202020204" charset="0"/>
      <p:regular r:id="rId40"/>
    </p:embeddedFont>
    <p:embeddedFont>
      <p:font typeface="Cooper Hewitt Bold" panose="020B0604020202020204" charset="0"/>
      <p:regular r:id="rId41"/>
    </p:embeddedFont>
    <p:embeddedFont>
      <p:font typeface="DM Sans" pitchFamily="2" charset="0"/>
      <p:regular r:id="rId42"/>
      <p:bold r:id="rId43"/>
      <p:italic r:id="rId44"/>
      <p:boldItalic r:id="rId45"/>
    </p:embeddedFont>
    <p:embeddedFont>
      <p:font typeface="DM Sans Bold" charset="0"/>
      <p:regular r:id="rId4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86199" autoAdjust="0"/>
  </p:normalViewPr>
  <p:slideViewPr>
    <p:cSldViewPr>
      <p:cViewPr varScale="1">
        <p:scale>
          <a:sx n="56" d="100"/>
          <a:sy n="56" d="100"/>
        </p:scale>
        <p:origin x="1536" y="27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759606E-8F8C-46E6-B4A5-E9D4FDF0A303}"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de-DE"/>
        </a:p>
      </dgm:t>
    </dgm:pt>
    <dgm:pt modelId="{E4DD2DCE-6ADE-42A0-8A00-C6F3F365A26B}">
      <dgm:prSet phldrT="[Text]"/>
      <dgm:spPr>
        <a:solidFill>
          <a:schemeClr val="accent6">
            <a:lumMod val="20000"/>
            <a:lumOff val="80000"/>
          </a:schemeClr>
        </a:solidFill>
      </dgm:spPr>
      <dgm:t>
        <a:bodyPr/>
        <a:lstStyle/>
        <a:p>
          <a:r>
            <a:rPr lang="es-ES" noProof="0" dirty="0">
              <a:solidFill>
                <a:schemeClr val="tx1"/>
              </a:solidFill>
            </a:rPr>
            <a:t>OSINT</a:t>
          </a:r>
        </a:p>
      </dgm:t>
    </dgm:pt>
    <dgm:pt modelId="{DD953020-148C-4CC3-BC67-71AAF0BC95CE}" type="parTrans" cxnId="{16B9EE9A-E111-4D9E-9CD9-D1F766F9D8D8}">
      <dgm:prSet/>
      <dgm:spPr/>
      <dgm:t>
        <a:bodyPr/>
        <a:lstStyle/>
        <a:p>
          <a:endParaRPr lang="de-DE"/>
        </a:p>
      </dgm:t>
    </dgm:pt>
    <dgm:pt modelId="{95E61F59-8332-43EC-97E6-9194DD0F6BA5}" type="sibTrans" cxnId="{16B9EE9A-E111-4D9E-9CD9-D1F766F9D8D8}">
      <dgm:prSet/>
      <dgm:spPr/>
      <dgm:t>
        <a:bodyPr/>
        <a:lstStyle/>
        <a:p>
          <a:endParaRPr lang="de-DE"/>
        </a:p>
      </dgm:t>
    </dgm:pt>
    <dgm:pt modelId="{46C02386-F1CA-434D-A82F-93433FD3D345}">
      <dgm:prSet phldrT="[Text]"/>
      <dgm:spPr>
        <a:solidFill>
          <a:schemeClr val="accent6">
            <a:lumMod val="20000"/>
            <a:lumOff val="80000"/>
          </a:schemeClr>
        </a:solidFill>
      </dgm:spPr>
      <dgm:t>
        <a:bodyPr/>
        <a:lstStyle/>
        <a:p>
          <a:r>
            <a:rPr lang="es-ES" noProof="0" dirty="0">
              <a:solidFill>
                <a:schemeClr val="tx1"/>
              </a:solidFill>
            </a:rPr>
            <a:t>Primer Ministro</a:t>
          </a:r>
        </a:p>
      </dgm:t>
    </dgm:pt>
    <dgm:pt modelId="{62787198-15BC-4CDA-AE6F-9BF5EDA1802F}" type="parTrans" cxnId="{03054909-0353-41E4-922D-6B264DB6DE5B}">
      <dgm:prSet/>
      <dgm:spPr/>
      <dgm:t>
        <a:bodyPr/>
        <a:lstStyle/>
        <a:p>
          <a:endParaRPr lang="en-US"/>
        </a:p>
      </dgm:t>
    </dgm:pt>
    <dgm:pt modelId="{7DDDC6FD-AF16-4A53-B819-656C79F3932E}" type="sibTrans" cxnId="{03054909-0353-41E4-922D-6B264DB6DE5B}">
      <dgm:prSet/>
      <dgm:spPr/>
      <dgm:t>
        <a:bodyPr/>
        <a:lstStyle/>
        <a:p>
          <a:endParaRPr lang="en-US"/>
        </a:p>
      </dgm:t>
    </dgm:pt>
    <dgm:pt modelId="{55850409-4DE0-454C-A21C-B1F663681D7A}" type="pres">
      <dgm:prSet presAssocID="{7759606E-8F8C-46E6-B4A5-E9D4FDF0A303}" presName="Name0" presStyleCnt="0">
        <dgm:presLayoutVars>
          <dgm:chMax val="7"/>
          <dgm:chPref val="7"/>
          <dgm:dir/>
        </dgm:presLayoutVars>
      </dgm:prSet>
      <dgm:spPr/>
    </dgm:pt>
    <dgm:pt modelId="{8E6B8565-0C85-42A9-9335-A8077DD5C6AA}" type="pres">
      <dgm:prSet presAssocID="{7759606E-8F8C-46E6-B4A5-E9D4FDF0A303}" presName="Name1" presStyleCnt="0"/>
      <dgm:spPr/>
    </dgm:pt>
    <dgm:pt modelId="{B9E3A042-9F5D-48AF-997C-8315DAD36198}" type="pres">
      <dgm:prSet presAssocID="{7759606E-8F8C-46E6-B4A5-E9D4FDF0A303}" presName="cycle" presStyleCnt="0"/>
      <dgm:spPr/>
    </dgm:pt>
    <dgm:pt modelId="{FB24CC59-8232-4E9A-BAB1-D60D51A29459}" type="pres">
      <dgm:prSet presAssocID="{7759606E-8F8C-46E6-B4A5-E9D4FDF0A303}" presName="srcNode" presStyleLbl="node1" presStyleIdx="0" presStyleCnt="2"/>
      <dgm:spPr/>
    </dgm:pt>
    <dgm:pt modelId="{FC97BD6D-CD99-4821-80ED-782211115F1A}" type="pres">
      <dgm:prSet presAssocID="{7759606E-8F8C-46E6-B4A5-E9D4FDF0A303}" presName="conn" presStyleLbl="parChTrans1D2" presStyleIdx="0" presStyleCnt="1"/>
      <dgm:spPr/>
    </dgm:pt>
    <dgm:pt modelId="{29E6EA9F-4111-4090-BC7A-02D89083AA83}" type="pres">
      <dgm:prSet presAssocID="{7759606E-8F8C-46E6-B4A5-E9D4FDF0A303}" presName="extraNode" presStyleLbl="node1" presStyleIdx="0" presStyleCnt="2"/>
      <dgm:spPr/>
    </dgm:pt>
    <dgm:pt modelId="{A4208F82-C493-4577-B79D-AF15C3CCDFB0}" type="pres">
      <dgm:prSet presAssocID="{7759606E-8F8C-46E6-B4A5-E9D4FDF0A303}" presName="dstNode" presStyleLbl="node1" presStyleIdx="0" presStyleCnt="2"/>
      <dgm:spPr/>
    </dgm:pt>
    <dgm:pt modelId="{F0B29C53-122E-4A18-AF50-18967326F7A7}" type="pres">
      <dgm:prSet presAssocID="{E4DD2DCE-6ADE-42A0-8A00-C6F3F365A26B}" presName="text_1" presStyleLbl="node1" presStyleIdx="0" presStyleCnt="2">
        <dgm:presLayoutVars>
          <dgm:bulletEnabled val="1"/>
        </dgm:presLayoutVars>
      </dgm:prSet>
      <dgm:spPr/>
    </dgm:pt>
    <dgm:pt modelId="{5DDD9621-F94A-400A-AEEF-5E415336D924}" type="pres">
      <dgm:prSet presAssocID="{E4DD2DCE-6ADE-42A0-8A00-C6F3F365A26B}" presName="accent_1" presStyleCnt="0"/>
      <dgm:spPr/>
    </dgm:pt>
    <dgm:pt modelId="{A839D322-B1CB-4685-8BE1-D7C4CBA1DED5}" type="pres">
      <dgm:prSet presAssocID="{E4DD2DCE-6ADE-42A0-8A00-C6F3F365A26B}" presName="accentRepeatNode" presStyleLbl="solidFgAcc1" presStyleIdx="0" presStyleCnt="2"/>
      <dgm:spPr>
        <a:solidFill>
          <a:schemeClr val="accent6">
            <a:lumMod val="40000"/>
            <a:lumOff val="60000"/>
          </a:schemeClr>
        </a:solidFill>
        <a:ln>
          <a:solidFill>
            <a:schemeClr val="accent6">
              <a:lumMod val="50000"/>
            </a:schemeClr>
          </a:solidFill>
        </a:ln>
      </dgm:spPr>
    </dgm:pt>
    <dgm:pt modelId="{7F3312BA-69D3-442F-B82A-B05F70439E2B}" type="pres">
      <dgm:prSet presAssocID="{46C02386-F1CA-434D-A82F-93433FD3D345}" presName="text_2" presStyleLbl="node1" presStyleIdx="1" presStyleCnt="2">
        <dgm:presLayoutVars>
          <dgm:bulletEnabled val="1"/>
        </dgm:presLayoutVars>
      </dgm:prSet>
      <dgm:spPr/>
    </dgm:pt>
    <dgm:pt modelId="{2EE8ADB2-DBF1-4560-934B-2321B71E4618}" type="pres">
      <dgm:prSet presAssocID="{46C02386-F1CA-434D-A82F-93433FD3D345}" presName="accent_2" presStyleCnt="0"/>
      <dgm:spPr/>
    </dgm:pt>
    <dgm:pt modelId="{B45A13D0-BCAB-4182-B0B2-95E4541F1250}" type="pres">
      <dgm:prSet presAssocID="{46C02386-F1CA-434D-A82F-93433FD3D345}" presName="accentRepeatNode" presStyleLbl="solidFgAcc1" presStyleIdx="1" presStyleCnt="2"/>
      <dgm:spPr>
        <a:solidFill>
          <a:schemeClr val="accent6">
            <a:lumMod val="40000"/>
            <a:lumOff val="60000"/>
          </a:schemeClr>
        </a:solidFill>
        <a:ln>
          <a:solidFill>
            <a:schemeClr val="accent6">
              <a:lumMod val="50000"/>
            </a:schemeClr>
          </a:solidFill>
        </a:ln>
      </dgm:spPr>
    </dgm:pt>
  </dgm:ptLst>
  <dgm:cxnLst>
    <dgm:cxn modelId="{03054909-0353-41E4-922D-6B264DB6DE5B}" srcId="{7759606E-8F8C-46E6-B4A5-E9D4FDF0A303}" destId="{46C02386-F1CA-434D-A82F-93433FD3D345}" srcOrd="1" destOrd="0" parTransId="{62787198-15BC-4CDA-AE6F-9BF5EDA1802F}" sibTransId="{7DDDC6FD-AF16-4A53-B819-656C79F3932E}"/>
    <dgm:cxn modelId="{C064C653-D523-4B73-B549-40A570A7606B}" type="presOf" srcId="{46C02386-F1CA-434D-A82F-93433FD3D345}" destId="{7F3312BA-69D3-442F-B82A-B05F70439E2B}" srcOrd="0" destOrd="0" presId="urn:microsoft.com/office/officeart/2008/layout/VerticalCurvedList"/>
    <dgm:cxn modelId="{9732017D-71CA-44DB-A6F3-55EC042D1CD8}" type="presOf" srcId="{7759606E-8F8C-46E6-B4A5-E9D4FDF0A303}" destId="{55850409-4DE0-454C-A21C-B1F663681D7A}" srcOrd="0" destOrd="0" presId="urn:microsoft.com/office/officeart/2008/layout/VerticalCurvedList"/>
    <dgm:cxn modelId="{16B9EE9A-E111-4D9E-9CD9-D1F766F9D8D8}" srcId="{7759606E-8F8C-46E6-B4A5-E9D4FDF0A303}" destId="{E4DD2DCE-6ADE-42A0-8A00-C6F3F365A26B}" srcOrd="0" destOrd="0" parTransId="{DD953020-148C-4CC3-BC67-71AAF0BC95CE}" sibTransId="{95E61F59-8332-43EC-97E6-9194DD0F6BA5}"/>
    <dgm:cxn modelId="{288A80B8-99B6-4D71-A975-FE4C7AACB279}" type="presOf" srcId="{E4DD2DCE-6ADE-42A0-8A00-C6F3F365A26B}" destId="{F0B29C53-122E-4A18-AF50-18967326F7A7}" srcOrd="0" destOrd="0" presId="urn:microsoft.com/office/officeart/2008/layout/VerticalCurvedList"/>
    <dgm:cxn modelId="{3F4250DD-C633-4BA2-A64B-EF59FB6933AF}" type="presOf" srcId="{95E61F59-8332-43EC-97E6-9194DD0F6BA5}" destId="{FC97BD6D-CD99-4821-80ED-782211115F1A}" srcOrd="0" destOrd="0" presId="urn:microsoft.com/office/officeart/2008/layout/VerticalCurvedList"/>
    <dgm:cxn modelId="{8230AFCF-8038-4B0A-9AD5-191B05E4B705}" type="presParOf" srcId="{55850409-4DE0-454C-A21C-B1F663681D7A}" destId="{8E6B8565-0C85-42A9-9335-A8077DD5C6AA}" srcOrd="0" destOrd="0" presId="urn:microsoft.com/office/officeart/2008/layout/VerticalCurvedList"/>
    <dgm:cxn modelId="{2F984471-F7C7-4B69-AAE9-E895C6815C05}" type="presParOf" srcId="{8E6B8565-0C85-42A9-9335-A8077DD5C6AA}" destId="{B9E3A042-9F5D-48AF-997C-8315DAD36198}" srcOrd="0" destOrd="0" presId="urn:microsoft.com/office/officeart/2008/layout/VerticalCurvedList"/>
    <dgm:cxn modelId="{D3ABBE97-CAFD-4785-90C7-3F68944F1C64}" type="presParOf" srcId="{B9E3A042-9F5D-48AF-997C-8315DAD36198}" destId="{FB24CC59-8232-4E9A-BAB1-D60D51A29459}" srcOrd="0" destOrd="0" presId="urn:microsoft.com/office/officeart/2008/layout/VerticalCurvedList"/>
    <dgm:cxn modelId="{A79196C2-D204-4609-8824-1BBD901008E7}" type="presParOf" srcId="{B9E3A042-9F5D-48AF-997C-8315DAD36198}" destId="{FC97BD6D-CD99-4821-80ED-782211115F1A}" srcOrd="1" destOrd="0" presId="urn:microsoft.com/office/officeart/2008/layout/VerticalCurvedList"/>
    <dgm:cxn modelId="{CC8EB40E-3396-42AD-9138-846EC5C54EA8}" type="presParOf" srcId="{B9E3A042-9F5D-48AF-997C-8315DAD36198}" destId="{29E6EA9F-4111-4090-BC7A-02D89083AA83}" srcOrd="2" destOrd="0" presId="urn:microsoft.com/office/officeart/2008/layout/VerticalCurvedList"/>
    <dgm:cxn modelId="{2F8BD978-AF78-4EF0-AC06-232B51E45BF7}" type="presParOf" srcId="{B9E3A042-9F5D-48AF-997C-8315DAD36198}" destId="{A4208F82-C493-4577-B79D-AF15C3CCDFB0}" srcOrd="3" destOrd="0" presId="urn:microsoft.com/office/officeart/2008/layout/VerticalCurvedList"/>
    <dgm:cxn modelId="{88971A8B-D1C4-43A9-BB69-DA42E4F60E1F}" type="presParOf" srcId="{8E6B8565-0C85-42A9-9335-A8077DD5C6AA}" destId="{F0B29C53-122E-4A18-AF50-18967326F7A7}" srcOrd="1" destOrd="0" presId="urn:microsoft.com/office/officeart/2008/layout/VerticalCurvedList"/>
    <dgm:cxn modelId="{99D685F3-2EB9-4FE5-92B8-80003BD7EADB}" type="presParOf" srcId="{8E6B8565-0C85-42A9-9335-A8077DD5C6AA}" destId="{5DDD9621-F94A-400A-AEEF-5E415336D924}" srcOrd="2" destOrd="0" presId="urn:microsoft.com/office/officeart/2008/layout/VerticalCurvedList"/>
    <dgm:cxn modelId="{56B4C117-7C5B-4729-85BA-A5ED8ACA504B}" type="presParOf" srcId="{5DDD9621-F94A-400A-AEEF-5E415336D924}" destId="{A839D322-B1CB-4685-8BE1-D7C4CBA1DED5}" srcOrd="0" destOrd="0" presId="urn:microsoft.com/office/officeart/2008/layout/VerticalCurvedList"/>
    <dgm:cxn modelId="{BE63CC37-735E-4804-979D-D9705313D35F}" type="presParOf" srcId="{8E6B8565-0C85-42A9-9335-A8077DD5C6AA}" destId="{7F3312BA-69D3-442F-B82A-B05F70439E2B}" srcOrd="3" destOrd="0" presId="urn:microsoft.com/office/officeart/2008/layout/VerticalCurvedList"/>
    <dgm:cxn modelId="{9D6EA9D4-88FD-43B3-A70F-89A3190D72FE}" type="presParOf" srcId="{8E6B8565-0C85-42A9-9335-A8077DD5C6AA}" destId="{2EE8ADB2-DBF1-4560-934B-2321B71E4618}" srcOrd="4" destOrd="0" presId="urn:microsoft.com/office/officeart/2008/layout/VerticalCurvedList"/>
    <dgm:cxn modelId="{BCC0031B-CEF1-448F-9BCC-E42D754AA23B}" type="presParOf" srcId="{2EE8ADB2-DBF1-4560-934B-2321B71E4618}" destId="{B45A13D0-BCAB-4182-B0B2-95E4541F1250}" srcOrd="0" destOrd="0" presId="urn:microsoft.com/office/officeart/2008/layout/VerticalCurvedList"/>
  </dgm:cxnLst>
  <dgm:bg/>
  <dgm:whole>
    <a:ln>
      <a:noFill/>
    </a:ln>
  </dgm:whole>
  <dgm:extLst>
    <a:ext uri="http://schemas.microsoft.com/office/drawing/2008/diagram">
      <dsp:dataModelExt xmlns:dsp="http://schemas.microsoft.com/office/drawing/2008/diagram" relId="rId9"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650DD225-576D-4055-B617-B5C5C5CDE93C}" type="doc">
      <dgm:prSet loTypeId="urn:microsoft.com/office/officeart/2005/8/layout/hProcess11" loCatId="process" qsTypeId="urn:microsoft.com/office/officeart/2005/8/quickstyle/simple1" qsCatId="simple" csTypeId="urn:microsoft.com/office/officeart/2005/8/colors/accent1_2" csCatId="accent1" phldr="1"/>
      <dgm:spPr/>
      <dgm:t>
        <a:bodyPr/>
        <a:lstStyle/>
        <a:p>
          <a:endParaRPr lang="en-US"/>
        </a:p>
      </dgm:t>
    </dgm:pt>
    <dgm:pt modelId="{A521D952-C80F-4E73-887C-D1CF27B45135}">
      <dgm:prSet phldrT="[Text]" custT="1"/>
      <dgm:spPr/>
      <dgm:t>
        <a:bodyPr anchor="t"/>
        <a:lstStyle/>
        <a:p>
          <a:pPr algn="ctr"/>
          <a:r>
            <a:rPr lang="es-ES" sz="1800" b="1" noProof="0" dirty="0"/>
            <a:t>Enero/2020</a:t>
          </a:r>
        </a:p>
        <a:p>
          <a:pPr algn="ctr"/>
          <a:endParaRPr lang="es-ES" sz="800" noProof="0" dirty="0"/>
        </a:p>
        <a:p>
          <a:pPr algn="ctr"/>
          <a:r>
            <a:rPr lang="es-ES" sz="1800" noProof="0" dirty="0"/>
            <a:t>LM Elecciones perdidas para el presidente del PSD</a:t>
          </a:r>
        </a:p>
      </dgm:t>
    </dgm:pt>
    <dgm:pt modelId="{1712DA52-FC50-4569-AD40-8499E8228FFD}" type="parTrans" cxnId="{FD49D7CD-0DBA-4335-8D16-9E379F216D81}">
      <dgm:prSet/>
      <dgm:spPr/>
      <dgm:t>
        <a:bodyPr/>
        <a:lstStyle/>
        <a:p>
          <a:endParaRPr lang="en-BS"/>
        </a:p>
      </dgm:t>
    </dgm:pt>
    <dgm:pt modelId="{CB26BCF0-89E1-4CBB-A244-ED5B8494D0FF}" type="sibTrans" cxnId="{FD49D7CD-0DBA-4335-8D16-9E379F216D81}">
      <dgm:prSet/>
      <dgm:spPr/>
      <dgm:t>
        <a:bodyPr/>
        <a:lstStyle/>
        <a:p>
          <a:endParaRPr lang="en-BS"/>
        </a:p>
      </dgm:t>
    </dgm:pt>
    <dgm:pt modelId="{D0A4CC1D-BAD4-407E-8241-292B2C5076AA}">
      <dgm:prSet phldrT="[Text]" custT="1"/>
      <dgm:spPr/>
      <dgm:t>
        <a:bodyPr anchor="t"/>
        <a:lstStyle/>
        <a:p>
          <a:pPr algn="ctr"/>
          <a:r>
            <a:rPr lang="es-ES" sz="1800" b="1" noProof="0" dirty="0"/>
            <a:t>Marzo/2025</a:t>
          </a:r>
        </a:p>
        <a:p>
          <a:pPr algn="ctr"/>
          <a:endParaRPr lang="es-ES" sz="800" b="0" noProof="0" dirty="0"/>
        </a:p>
        <a:p>
          <a:pPr algn="ctr"/>
          <a:r>
            <a:rPr lang="es-ES" sz="1800" b="0" noProof="0" dirty="0"/>
            <a:t>Carla dimite como gerente de </a:t>
          </a:r>
        </a:p>
        <a:p>
          <a:pPr algn="ctr"/>
          <a:r>
            <a:rPr lang="es-ES" sz="1800" b="0" noProof="0" dirty="0"/>
            <a:t>SPINUNVIVA</a:t>
          </a:r>
        </a:p>
        <a:p>
          <a:pPr algn="ctr"/>
          <a:endParaRPr lang="es-ES" sz="1800" b="0" noProof="0" dirty="0"/>
        </a:p>
      </dgm:t>
    </dgm:pt>
    <dgm:pt modelId="{55B525F0-F74D-4A44-BC21-D69C5E83772B}" type="parTrans" cxnId="{F80E6645-83AB-4C20-9D0C-84AB8FD52361}">
      <dgm:prSet/>
      <dgm:spPr/>
      <dgm:t>
        <a:bodyPr/>
        <a:lstStyle/>
        <a:p>
          <a:endParaRPr lang="en-BS"/>
        </a:p>
      </dgm:t>
    </dgm:pt>
    <dgm:pt modelId="{09E76C5A-0DED-418F-88D5-83FEB4378867}" type="sibTrans" cxnId="{F80E6645-83AB-4C20-9D0C-84AB8FD52361}">
      <dgm:prSet/>
      <dgm:spPr/>
      <dgm:t>
        <a:bodyPr/>
        <a:lstStyle/>
        <a:p>
          <a:endParaRPr lang="en-BS"/>
        </a:p>
      </dgm:t>
    </dgm:pt>
    <dgm:pt modelId="{DE33302E-C04E-4927-A033-05CAE191FAB7}">
      <dgm:prSet phldrT="[Text]" custT="1"/>
      <dgm:spPr/>
      <dgm:t>
        <a:bodyPr anchor="t"/>
        <a:lstStyle/>
        <a:p>
          <a:pPr algn="ctr"/>
          <a:r>
            <a:rPr lang="es-ES" sz="1800" b="1" noProof="0" dirty="0"/>
            <a:t>Marzo/2022</a:t>
          </a:r>
        </a:p>
        <a:p>
          <a:pPr algn="ctr"/>
          <a:endParaRPr lang="es-ES" sz="800" noProof="0" dirty="0"/>
        </a:p>
        <a:p>
          <a:pPr algn="ctr"/>
          <a:r>
            <a:rPr lang="es-ES" sz="1800" noProof="0" dirty="0"/>
            <a:t>Su hijo Hugo se incorpora como gerente de SPINUMVIVA</a:t>
          </a:r>
        </a:p>
      </dgm:t>
    </dgm:pt>
    <dgm:pt modelId="{E516797A-1895-462F-8EAF-26A95386C225}" type="parTrans" cxnId="{235CBD8B-A318-468F-9655-677E8FA0D3FE}">
      <dgm:prSet/>
      <dgm:spPr/>
      <dgm:t>
        <a:bodyPr/>
        <a:lstStyle/>
        <a:p>
          <a:endParaRPr lang="en-BS"/>
        </a:p>
      </dgm:t>
    </dgm:pt>
    <dgm:pt modelId="{22DB81B1-32B8-4B2E-80CA-0AB8795FB65B}" type="sibTrans" cxnId="{235CBD8B-A318-468F-9655-677E8FA0D3FE}">
      <dgm:prSet/>
      <dgm:spPr/>
      <dgm:t>
        <a:bodyPr/>
        <a:lstStyle/>
        <a:p>
          <a:endParaRPr lang="en-BS"/>
        </a:p>
      </dgm:t>
    </dgm:pt>
    <dgm:pt modelId="{D81EA252-5466-47F8-B875-3F675FCF9588}">
      <dgm:prSet phldrT="[Text]" custT="1"/>
      <dgm:spPr/>
      <dgm:t>
        <a:bodyPr anchor="t"/>
        <a:lstStyle/>
        <a:p>
          <a:pPr algn="ctr"/>
          <a:r>
            <a:rPr lang="es-ES" sz="1800" b="1" noProof="0" dirty="0"/>
            <a:t>Julio/2022</a:t>
          </a:r>
        </a:p>
        <a:p>
          <a:pPr algn="ctr"/>
          <a:endParaRPr lang="es-ES" sz="800" noProof="0" dirty="0"/>
        </a:p>
        <a:p>
          <a:pPr algn="ctr"/>
          <a:r>
            <a:rPr lang="es-ES" sz="1800" noProof="0" dirty="0"/>
            <a:t>LM se convierte en presidente del PSD</a:t>
          </a:r>
        </a:p>
      </dgm:t>
    </dgm:pt>
    <dgm:pt modelId="{B600A286-F1D5-4BBE-AF78-5BA07CCBE1BA}" type="parTrans" cxnId="{D8AF5007-0298-4DE4-B0C7-B297B45D6683}">
      <dgm:prSet/>
      <dgm:spPr/>
      <dgm:t>
        <a:bodyPr/>
        <a:lstStyle/>
        <a:p>
          <a:endParaRPr lang="en-BS"/>
        </a:p>
      </dgm:t>
    </dgm:pt>
    <dgm:pt modelId="{2E09A448-6049-4A38-866B-8BA43E571529}" type="sibTrans" cxnId="{D8AF5007-0298-4DE4-B0C7-B297B45D6683}">
      <dgm:prSet/>
      <dgm:spPr/>
      <dgm:t>
        <a:bodyPr/>
        <a:lstStyle/>
        <a:p>
          <a:endParaRPr lang="en-BS"/>
        </a:p>
      </dgm:t>
    </dgm:pt>
    <dgm:pt modelId="{70756A7B-08BE-4787-BD05-45DEB6837AF6}">
      <dgm:prSet phldrT="[Text]" custT="1"/>
      <dgm:spPr/>
      <dgm:t>
        <a:bodyPr anchor="t"/>
        <a:lstStyle/>
        <a:p>
          <a:pPr algn="ctr"/>
          <a:r>
            <a:rPr lang="es-ES" sz="1800" b="1" noProof="0" dirty="0"/>
            <a:t>Septiembre/2022</a:t>
          </a:r>
        </a:p>
        <a:p>
          <a:pPr algn="ctr"/>
          <a:endParaRPr lang="es-ES" sz="800" noProof="0" dirty="0"/>
        </a:p>
        <a:p>
          <a:pPr algn="ctr"/>
          <a:r>
            <a:rPr lang="es-ES" sz="1800" b="0" noProof="0" dirty="0"/>
            <a:t>LM dimite como gerente de </a:t>
          </a:r>
        </a:p>
        <a:p>
          <a:pPr algn="ctr"/>
          <a:r>
            <a:rPr lang="es-ES" sz="1800" b="0" noProof="0" dirty="0"/>
            <a:t>SPINUNVIVA</a:t>
          </a:r>
          <a:endParaRPr lang="es-ES" sz="1800" noProof="0" dirty="0"/>
        </a:p>
      </dgm:t>
    </dgm:pt>
    <dgm:pt modelId="{70434B86-AF88-49CC-8AD0-DDCA7D0BF381}" type="parTrans" cxnId="{613F1D4E-E053-41A3-9AA9-7B4152CE29BA}">
      <dgm:prSet/>
      <dgm:spPr/>
      <dgm:t>
        <a:bodyPr/>
        <a:lstStyle/>
        <a:p>
          <a:endParaRPr lang="en-BS"/>
        </a:p>
      </dgm:t>
    </dgm:pt>
    <dgm:pt modelId="{E3E2C30F-E588-4761-8E0F-59FC2AF2C7F5}" type="sibTrans" cxnId="{613F1D4E-E053-41A3-9AA9-7B4152CE29BA}">
      <dgm:prSet/>
      <dgm:spPr/>
      <dgm:t>
        <a:bodyPr/>
        <a:lstStyle/>
        <a:p>
          <a:endParaRPr lang="en-BS"/>
        </a:p>
      </dgm:t>
    </dgm:pt>
    <dgm:pt modelId="{5FDFD7EB-5CA9-414E-B6FA-563D310EEB68}">
      <dgm:prSet phldrT="[Text]" custT="1"/>
      <dgm:spPr/>
      <dgm:t>
        <a:bodyPr anchor="t"/>
        <a:lstStyle/>
        <a:p>
          <a:pPr algn="ctr"/>
          <a:r>
            <a:rPr lang="es-ES" sz="1800" b="1" noProof="0" dirty="0"/>
            <a:t>Junio/2023</a:t>
          </a:r>
          <a:endParaRPr lang="es-ES" sz="1800" noProof="0" dirty="0"/>
        </a:p>
        <a:p>
          <a:pPr algn="ctr"/>
          <a:endParaRPr lang="es-ES" sz="800" noProof="0" dirty="0"/>
        </a:p>
        <a:p>
          <a:pPr algn="ctr"/>
          <a:r>
            <a:rPr lang="es-ES" sz="1800" noProof="0" dirty="0"/>
            <a:t>Su hijo Diogo se incorpora como gerente de SPINUMVIVA</a:t>
          </a:r>
        </a:p>
      </dgm:t>
    </dgm:pt>
    <dgm:pt modelId="{B8D1C48C-14C0-4D8B-8848-4DA9FABD8E89}" type="parTrans" cxnId="{3CCF7630-DA02-4405-B1D3-80A042BF70A1}">
      <dgm:prSet/>
      <dgm:spPr/>
      <dgm:t>
        <a:bodyPr/>
        <a:lstStyle/>
        <a:p>
          <a:endParaRPr lang="en-BS"/>
        </a:p>
      </dgm:t>
    </dgm:pt>
    <dgm:pt modelId="{2286CBF8-198C-4A26-880C-19574FA68059}" type="sibTrans" cxnId="{3CCF7630-DA02-4405-B1D3-80A042BF70A1}">
      <dgm:prSet/>
      <dgm:spPr/>
      <dgm:t>
        <a:bodyPr/>
        <a:lstStyle/>
        <a:p>
          <a:endParaRPr lang="en-BS"/>
        </a:p>
      </dgm:t>
    </dgm:pt>
    <dgm:pt modelId="{BD527775-64F3-4FB1-9F07-50B85007DAE5}">
      <dgm:prSet phldrT="[Text]" custT="1"/>
      <dgm:spPr/>
      <dgm:t>
        <a:bodyPr anchor="t"/>
        <a:lstStyle/>
        <a:p>
          <a:pPr algn="ctr"/>
          <a:r>
            <a:rPr lang="es-ES" sz="1800" b="1" noProof="0" dirty="0"/>
            <a:t>Noviembre/2023</a:t>
          </a:r>
        </a:p>
        <a:p>
          <a:pPr algn="ctr"/>
          <a:endParaRPr lang="es-ES" sz="800" noProof="0" dirty="0"/>
        </a:p>
        <a:p>
          <a:pPr algn="ctr"/>
          <a:r>
            <a:rPr lang="pt-BR" sz="1800" noProof="0" dirty="0"/>
            <a:t>António Costa dimite como primer ministro</a:t>
          </a:r>
          <a:endParaRPr lang="es-ES" sz="1800" noProof="0" dirty="0"/>
        </a:p>
      </dgm:t>
    </dgm:pt>
    <dgm:pt modelId="{B47145BF-E620-4F71-816B-DA15BD3BA79E}" type="parTrans" cxnId="{E5E1B54B-CADA-4686-A46E-012E3F544319}">
      <dgm:prSet/>
      <dgm:spPr/>
      <dgm:t>
        <a:bodyPr/>
        <a:lstStyle/>
        <a:p>
          <a:endParaRPr lang="en-BS"/>
        </a:p>
      </dgm:t>
    </dgm:pt>
    <dgm:pt modelId="{AE83F2CA-FEB0-4F81-8F13-DC3358A8EC57}" type="sibTrans" cxnId="{E5E1B54B-CADA-4686-A46E-012E3F544319}">
      <dgm:prSet/>
      <dgm:spPr/>
      <dgm:t>
        <a:bodyPr/>
        <a:lstStyle/>
        <a:p>
          <a:endParaRPr lang="en-BS"/>
        </a:p>
      </dgm:t>
    </dgm:pt>
    <dgm:pt modelId="{90D9DDAA-F878-46F2-97D8-8F277DAB58CF}">
      <dgm:prSet phldrT="[Text]" custT="1"/>
      <dgm:spPr/>
      <dgm:t>
        <a:bodyPr anchor="t"/>
        <a:lstStyle/>
        <a:p>
          <a:pPr algn="ctr"/>
          <a:r>
            <a:rPr lang="es-ES" sz="1800" b="1" noProof="0" dirty="0"/>
            <a:t>Abril/2024</a:t>
          </a:r>
        </a:p>
        <a:p>
          <a:pPr algn="ctr"/>
          <a:endParaRPr lang="es-ES" sz="800" b="0" noProof="0" dirty="0"/>
        </a:p>
        <a:p>
          <a:pPr algn="ctr"/>
          <a:r>
            <a:rPr lang="es-ES" sz="1800" b="0" noProof="0" dirty="0"/>
            <a:t>LM </a:t>
          </a:r>
        </a:p>
        <a:p>
          <a:pPr algn="ctr"/>
          <a:r>
            <a:rPr lang="es-ES" sz="1800" b="0" noProof="0" dirty="0"/>
            <a:t>Primer Ministro</a:t>
          </a:r>
        </a:p>
      </dgm:t>
    </dgm:pt>
    <dgm:pt modelId="{2DAE3C37-428D-4246-9ED1-374BBFA16713}" type="parTrans" cxnId="{428D6B56-3629-49D3-A961-5910D561BB34}">
      <dgm:prSet/>
      <dgm:spPr/>
      <dgm:t>
        <a:bodyPr/>
        <a:lstStyle/>
        <a:p>
          <a:endParaRPr lang="en-BS"/>
        </a:p>
      </dgm:t>
    </dgm:pt>
    <dgm:pt modelId="{C55CF7DE-1407-4B9B-8F6A-6C1035CAAE6D}" type="sibTrans" cxnId="{428D6B56-3629-49D3-A961-5910D561BB34}">
      <dgm:prSet/>
      <dgm:spPr/>
      <dgm:t>
        <a:bodyPr/>
        <a:lstStyle/>
        <a:p>
          <a:endParaRPr lang="en-BS"/>
        </a:p>
      </dgm:t>
    </dgm:pt>
    <dgm:pt modelId="{177B60E3-9D52-4740-87CF-74CD4DFD8517}">
      <dgm:prSet phldrT="[Text]" custT="1"/>
      <dgm:spPr/>
      <dgm:t>
        <a:bodyPr anchor="t"/>
        <a:lstStyle/>
        <a:p>
          <a:pPr algn="ctr"/>
          <a:r>
            <a:rPr lang="es-ES" sz="1800" b="1" noProof="0" dirty="0"/>
            <a:t>Enero/2021</a:t>
          </a:r>
        </a:p>
        <a:p>
          <a:pPr algn="ctr"/>
          <a:endParaRPr lang="es-ES" sz="800" noProof="0" dirty="0"/>
        </a:p>
        <a:p>
          <a:pPr algn="ctr"/>
          <a:r>
            <a:rPr lang="it-IT" sz="1800" noProof="0" dirty="0"/>
            <a:t>Registra SPINUMVIVA con esposa e hijos</a:t>
          </a:r>
          <a:endParaRPr lang="en-US" sz="1800" noProof="0" dirty="0"/>
        </a:p>
        <a:p>
          <a:r>
            <a:rPr lang="en-US" sz="1800" noProof="0" dirty="0"/>
            <a:t>LM y </a:t>
          </a:r>
          <a:r>
            <a:rPr lang="en-US" sz="1800" noProof="0" dirty="0" err="1"/>
            <a:t>esposa</a:t>
          </a:r>
          <a:r>
            <a:rPr lang="en-US" sz="1800" noProof="0" dirty="0"/>
            <a:t> </a:t>
          </a:r>
          <a:r>
            <a:rPr lang="en-US" sz="1800" noProof="0" dirty="0" err="1"/>
            <a:t>gerentes</a:t>
          </a:r>
          <a:endParaRPr lang="es-ES" sz="1800" noProof="0" dirty="0"/>
        </a:p>
      </dgm:t>
    </dgm:pt>
    <dgm:pt modelId="{787921B2-850A-4CA3-B82B-01E29609F579}" type="parTrans" cxnId="{65D676D5-6898-48E7-950D-93AD1F35AC68}">
      <dgm:prSet/>
      <dgm:spPr/>
      <dgm:t>
        <a:bodyPr/>
        <a:lstStyle/>
        <a:p>
          <a:endParaRPr lang="en-BS"/>
        </a:p>
      </dgm:t>
    </dgm:pt>
    <dgm:pt modelId="{4FDCDC10-0C14-48F2-B641-0F1006220406}" type="sibTrans" cxnId="{65D676D5-6898-48E7-950D-93AD1F35AC68}">
      <dgm:prSet/>
      <dgm:spPr/>
      <dgm:t>
        <a:bodyPr/>
        <a:lstStyle/>
        <a:p>
          <a:endParaRPr lang="en-BS"/>
        </a:p>
      </dgm:t>
    </dgm:pt>
    <dgm:pt modelId="{85D72958-DF0F-4C37-8016-89E1E7ADE79D}">
      <dgm:prSet phldrT="[Text]" custT="1"/>
      <dgm:spPr/>
      <dgm:t>
        <a:bodyPr anchor="t"/>
        <a:lstStyle/>
        <a:p>
          <a:pPr algn="ctr"/>
          <a:r>
            <a:rPr lang="es-ES" sz="1800" b="1" noProof="0" dirty="0"/>
            <a:t>Marzo/2025</a:t>
          </a:r>
        </a:p>
        <a:p>
          <a:pPr algn="ctr"/>
          <a:endParaRPr lang="es-ES" sz="800" b="0" noProof="0" dirty="0"/>
        </a:p>
        <a:p>
          <a:pPr algn="ctr"/>
          <a:r>
            <a:rPr lang="en-US" sz="1800" b="1" noProof="0" dirty="0" err="1"/>
            <a:t>Colapso</a:t>
          </a:r>
          <a:r>
            <a:rPr lang="en-US" sz="1800" b="1" noProof="0" dirty="0"/>
            <a:t> del </a:t>
          </a:r>
          <a:r>
            <a:rPr lang="en-US" sz="1800" b="1" noProof="0" dirty="0" err="1"/>
            <a:t>gobierno</a:t>
          </a:r>
          <a:endParaRPr lang="es-ES" sz="1800" b="1" noProof="0" dirty="0"/>
        </a:p>
      </dgm:t>
    </dgm:pt>
    <dgm:pt modelId="{3E89E642-A042-4525-A93A-E0A0FFD53332}" type="sibTrans" cxnId="{F1EFBB67-3B1A-451E-B3AA-AAFA7CB2C3BF}">
      <dgm:prSet/>
      <dgm:spPr/>
      <dgm:t>
        <a:bodyPr/>
        <a:lstStyle/>
        <a:p>
          <a:endParaRPr lang="en-BS"/>
        </a:p>
      </dgm:t>
    </dgm:pt>
    <dgm:pt modelId="{DEEEF0AE-F21C-4E62-A483-571F5ECB8AB2}" type="parTrans" cxnId="{F1EFBB67-3B1A-451E-B3AA-AAFA7CB2C3BF}">
      <dgm:prSet/>
      <dgm:spPr/>
      <dgm:t>
        <a:bodyPr/>
        <a:lstStyle/>
        <a:p>
          <a:endParaRPr lang="en-BS"/>
        </a:p>
      </dgm:t>
    </dgm:pt>
    <dgm:pt modelId="{4AE55C8B-3562-4BE0-A5CB-86EAFB3B20A5}" type="pres">
      <dgm:prSet presAssocID="{650DD225-576D-4055-B617-B5C5C5CDE93C}" presName="Name0" presStyleCnt="0">
        <dgm:presLayoutVars>
          <dgm:dir/>
          <dgm:resizeHandles val="exact"/>
        </dgm:presLayoutVars>
      </dgm:prSet>
      <dgm:spPr/>
    </dgm:pt>
    <dgm:pt modelId="{958EA12F-B087-41BA-9E6D-EAABC13752C6}" type="pres">
      <dgm:prSet presAssocID="{650DD225-576D-4055-B617-B5C5C5CDE93C}" presName="arrow" presStyleLbl="bgShp" presStyleIdx="0" presStyleCnt="1" custScaleY="58625" custLinFactNeighborY="-11054"/>
      <dgm:spPr/>
    </dgm:pt>
    <dgm:pt modelId="{AE774B0B-E179-4BF9-B073-14983DEE066C}" type="pres">
      <dgm:prSet presAssocID="{650DD225-576D-4055-B617-B5C5C5CDE93C}" presName="points" presStyleCnt="0"/>
      <dgm:spPr/>
    </dgm:pt>
    <dgm:pt modelId="{CB3CB4C3-3A7D-4772-BC42-CD6ABFBED957}" type="pres">
      <dgm:prSet presAssocID="{A521D952-C80F-4E73-887C-D1CF27B45135}" presName="compositeA" presStyleCnt="0"/>
      <dgm:spPr/>
    </dgm:pt>
    <dgm:pt modelId="{FDE17AE6-CC60-4BB1-AC74-BE7789595C56}" type="pres">
      <dgm:prSet presAssocID="{A521D952-C80F-4E73-887C-D1CF27B45135}" presName="textA" presStyleLbl="revTx" presStyleIdx="0" presStyleCnt="10" custLinFactNeighborX="-264">
        <dgm:presLayoutVars>
          <dgm:bulletEnabled val="1"/>
        </dgm:presLayoutVars>
      </dgm:prSet>
      <dgm:spPr/>
    </dgm:pt>
    <dgm:pt modelId="{75D7DA35-7683-4713-9268-2930488550B0}" type="pres">
      <dgm:prSet presAssocID="{A521D952-C80F-4E73-887C-D1CF27B45135}" presName="circleA" presStyleLbl="node1" presStyleIdx="0" presStyleCnt="10" custScaleX="41645" custScaleY="34401" custLinFactNeighborX="998" custLinFactNeighborY="-45138"/>
      <dgm:spPr/>
    </dgm:pt>
    <dgm:pt modelId="{E502A334-8D8D-4789-8E37-AF09007B9F57}" type="pres">
      <dgm:prSet presAssocID="{A521D952-C80F-4E73-887C-D1CF27B45135}" presName="spaceA" presStyleCnt="0"/>
      <dgm:spPr/>
    </dgm:pt>
    <dgm:pt modelId="{B20E8F21-72DE-4795-AF26-F52E9B40D45C}" type="pres">
      <dgm:prSet presAssocID="{CB26BCF0-89E1-4CBB-A244-ED5B8494D0FF}" presName="space" presStyleCnt="0"/>
      <dgm:spPr/>
    </dgm:pt>
    <dgm:pt modelId="{22E90E49-E8EE-4C8E-B93B-E4EFC34464DA}" type="pres">
      <dgm:prSet presAssocID="{177B60E3-9D52-4740-87CF-74CD4DFD8517}" presName="compositeB" presStyleCnt="0"/>
      <dgm:spPr/>
    </dgm:pt>
    <dgm:pt modelId="{F683FF2F-9AE4-4782-9A3A-2C982B47046B}" type="pres">
      <dgm:prSet presAssocID="{177B60E3-9D52-4740-87CF-74CD4DFD8517}" presName="textB" presStyleLbl="revTx" presStyleIdx="1" presStyleCnt="10">
        <dgm:presLayoutVars>
          <dgm:bulletEnabled val="1"/>
        </dgm:presLayoutVars>
      </dgm:prSet>
      <dgm:spPr/>
    </dgm:pt>
    <dgm:pt modelId="{A7183BE7-04E5-4222-984D-962A9CE7432C}" type="pres">
      <dgm:prSet presAssocID="{177B60E3-9D52-4740-87CF-74CD4DFD8517}" presName="circleB" presStyleLbl="node1" presStyleIdx="1" presStyleCnt="10" custScaleX="41645" custScaleY="34401" custLinFactNeighborX="998" custLinFactNeighborY="-45138"/>
      <dgm:spPr/>
    </dgm:pt>
    <dgm:pt modelId="{C8908CB8-FE95-4F13-9E98-DA039667C5C1}" type="pres">
      <dgm:prSet presAssocID="{177B60E3-9D52-4740-87CF-74CD4DFD8517}" presName="spaceB" presStyleCnt="0"/>
      <dgm:spPr/>
    </dgm:pt>
    <dgm:pt modelId="{36AECDDC-DDB7-4C8E-9C40-8889136CABE0}" type="pres">
      <dgm:prSet presAssocID="{4FDCDC10-0C14-48F2-B641-0F1006220406}" presName="space" presStyleCnt="0"/>
      <dgm:spPr/>
    </dgm:pt>
    <dgm:pt modelId="{C202C1AF-760A-437F-BDB0-0EF885B41DBD}" type="pres">
      <dgm:prSet presAssocID="{DE33302E-C04E-4927-A033-05CAE191FAB7}" presName="compositeA" presStyleCnt="0"/>
      <dgm:spPr/>
    </dgm:pt>
    <dgm:pt modelId="{B92A517B-C050-4A0D-9033-C996FF6D23C9}" type="pres">
      <dgm:prSet presAssocID="{DE33302E-C04E-4927-A033-05CAE191FAB7}" presName="textA" presStyleLbl="revTx" presStyleIdx="2" presStyleCnt="10">
        <dgm:presLayoutVars>
          <dgm:bulletEnabled val="1"/>
        </dgm:presLayoutVars>
      </dgm:prSet>
      <dgm:spPr/>
    </dgm:pt>
    <dgm:pt modelId="{9D73A3EE-0C01-450D-BC7D-5E398C0BB7AC}" type="pres">
      <dgm:prSet presAssocID="{DE33302E-C04E-4927-A033-05CAE191FAB7}" presName="circleA" presStyleLbl="node1" presStyleIdx="2" presStyleCnt="10" custScaleX="41645" custScaleY="34401" custLinFactNeighborX="998" custLinFactNeighborY="-45138"/>
      <dgm:spPr/>
    </dgm:pt>
    <dgm:pt modelId="{487A20E6-6D6A-4B86-A768-184544FEDB0B}" type="pres">
      <dgm:prSet presAssocID="{DE33302E-C04E-4927-A033-05CAE191FAB7}" presName="spaceA" presStyleCnt="0"/>
      <dgm:spPr/>
    </dgm:pt>
    <dgm:pt modelId="{14C092F4-BB95-4CC7-B5E1-EE41DBD7B08F}" type="pres">
      <dgm:prSet presAssocID="{22DB81B1-32B8-4B2E-80CA-0AB8795FB65B}" presName="space" presStyleCnt="0"/>
      <dgm:spPr/>
    </dgm:pt>
    <dgm:pt modelId="{FAEE92EE-BEBB-4703-85EB-F698D134A0E3}" type="pres">
      <dgm:prSet presAssocID="{D81EA252-5466-47F8-B875-3F675FCF9588}" presName="compositeB" presStyleCnt="0"/>
      <dgm:spPr/>
    </dgm:pt>
    <dgm:pt modelId="{916C7AC8-77AF-4097-B47F-FA7749CC8C73}" type="pres">
      <dgm:prSet presAssocID="{D81EA252-5466-47F8-B875-3F675FCF9588}" presName="textB" presStyleLbl="revTx" presStyleIdx="3" presStyleCnt="10">
        <dgm:presLayoutVars>
          <dgm:bulletEnabled val="1"/>
        </dgm:presLayoutVars>
      </dgm:prSet>
      <dgm:spPr/>
    </dgm:pt>
    <dgm:pt modelId="{EEC9582E-2853-4DA3-8A3A-1302AC9482CB}" type="pres">
      <dgm:prSet presAssocID="{D81EA252-5466-47F8-B875-3F675FCF9588}" presName="circleB" presStyleLbl="node1" presStyleIdx="3" presStyleCnt="10" custScaleX="41645" custScaleY="34401" custLinFactNeighborX="998" custLinFactNeighborY="-45138"/>
      <dgm:spPr/>
    </dgm:pt>
    <dgm:pt modelId="{6B2B1015-2CE6-4252-8F8D-4BDAA6727CEB}" type="pres">
      <dgm:prSet presAssocID="{D81EA252-5466-47F8-B875-3F675FCF9588}" presName="spaceB" presStyleCnt="0"/>
      <dgm:spPr/>
    </dgm:pt>
    <dgm:pt modelId="{A6EC4114-0B6C-4C10-935A-5D5D24141904}" type="pres">
      <dgm:prSet presAssocID="{2E09A448-6049-4A38-866B-8BA43E571529}" presName="space" presStyleCnt="0"/>
      <dgm:spPr/>
    </dgm:pt>
    <dgm:pt modelId="{AE74B9B3-BCC2-45B1-830E-5D1A711ADCC8}" type="pres">
      <dgm:prSet presAssocID="{70756A7B-08BE-4787-BD05-45DEB6837AF6}" presName="compositeA" presStyleCnt="0"/>
      <dgm:spPr/>
    </dgm:pt>
    <dgm:pt modelId="{E76C6D81-B273-4A31-8328-D68EBC8B0122}" type="pres">
      <dgm:prSet presAssocID="{70756A7B-08BE-4787-BD05-45DEB6837AF6}" presName="textA" presStyleLbl="revTx" presStyleIdx="4" presStyleCnt="10">
        <dgm:presLayoutVars>
          <dgm:bulletEnabled val="1"/>
        </dgm:presLayoutVars>
      </dgm:prSet>
      <dgm:spPr/>
    </dgm:pt>
    <dgm:pt modelId="{3FF34A8F-DDFD-434F-BFEA-4D5E61B4827D}" type="pres">
      <dgm:prSet presAssocID="{70756A7B-08BE-4787-BD05-45DEB6837AF6}" presName="circleA" presStyleLbl="node1" presStyleIdx="4" presStyleCnt="10" custScaleX="41645" custScaleY="34401" custLinFactNeighborX="998" custLinFactNeighborY="-45138"/>
      <dgm:spPr/>
    </dgm:pt>
    <dgm:pt modelId="{274E2210-6516-4D7B-85D5-3075447B8214}" type="pres">
      <dgm:prSet presAssocID="{70756A7B-08BE-4787-BD05-45DEB6837AF6}" presName="spaceA" presStyleCnt="0"/>
      <dgm:spPr/>
    </dgm:pt>
    <dgm:pt modelId="{082815B8-5840-4525-A245-C4120FB06BC2}" type="pres">
      <dgm:prSet presAssocID="{E3E2C30F-E588-4761-8E0F-59FC2AF2C7F5}" presName="space" presStyleCnt="0"/>
      <dgm:spPr/>
    </dgm:pt>
    <dgm:pt modelId="{A5D041A1-67B1-41D5-BF6A-27FF139B945A}" type="pres">
      <dgm:prSet presAssocID="{5FDFD7EB-5CA9-414E-B6FA-563D310EEB68}" presName="compositeB" presStyleCnt="0"/>
      <dgm:spPr/>
    </dgm:pt>
    <dgm:pt modelId="{B9E2ADF3-0EA6-4005-986C-C3037AB209F3}" type="pres">
      <dgm:prSet presAssocID="{5FDFD7EB-5CA9-414E-B6FA-563D310EEB68}" presName="textB" presStyleLbl="revTx" presStyleIdx="5" presStyleCnt="10">
        <dgm:presLayoutVars>
          <dgm:bulletEnabled val="1"/>
        </dgm:presLayoutVars>
      </dgm:prSet>
      <dgm:spPr/>
    </dgm:pt>
    <dgm:pt modelId="{BE62D684-DD02-44EF-8765-B4E64D13A556}" type="pres">
      <dgm:prSet presAssocID="{5FDFD7EB-5CA9-414E-B6FA-563D310EEB68}" presName="circleB" presStyleLbl="node1" presStyleIdx="5" presStyleCnt="10" custScaleX="41645" custScaleY="34401" custLinFactNeighborX="998" custLinFactNeighborY="-45138"/>
      <dgm:spPr/>
    </dgm:pt>
    <dgm:pt modelId="{1A68CE9F-42B6-4D93-B25D-EC8A98871435}" type="pres">
      <dgm:prSet presAssocID="{5FDFD7EB-5CA9-414E-B6FA-563D310EEB68}" presName="spaceB" presStyleCnt="0"/>
      <dgm:spPr/>
    </dgm:pt>
    <dgm:pt modelId="{DA7C7A5E-1CAD-4BA9-8928-FA115F0CC00B}" type="pres">
      <dgm:prSet presAssocID="{2286CBF8-198C-4A26-880C-19574FA68059}" presName="space" presStyleCnt="0"/>
      <dgm:spPr/>
    </dgm:pt>
    <dgm:pt modelId="{3BB82B78-516F-460A-9EA5-A3AAC87FBB98}" type="pres">
      <dgm:prSet presAssocID="{BD527775-64F3-4FB1-9F07-50B85007DAE5}" presName="compositeA" presStyleCnt="0"/>
      <dgm:spPr/>
    </dgm:pt>
    <dgm:pt modelId="{EB23BA7E-DA35-48E7-B6B8-8EB966DE5A55}" type="pres">
      <dgm:prSet presAssocID="{BD527775-64F3-4FB1-9F07-50B85007DAE5}" presName="textA" presStyleLbl="revTx" presStyleIdx="6" presStyleCnt="10">
        <dgm:presLayoutVars>
          <dgm:bulletEnabled val="1"/>
        </dgm:presLayoutVars>
      </dgm:prSet>
      <dgm:spPr/>
    </dgm:pt>
    <dgm:pt modelId="{F0D03B6E-A7E3-4139-8276-7C3B7BB1C99E}" type="pres">
      <dgm:prSet presAssocID="{BD527775-64F3-4FB1-9F07-50B85007DAE5}" presName="circleA" presStyleLbl="node1" presStyleIdx="6" presStyleCnt="10" custScaleX="41645" custScaleY="34401" custLinFactNeighborX="-6997" custLinFactNeighborY="-48891"/>
      <dgm:spPr/>
    </dgm:pt>
    <dgm:pt modelId="{BD7AFEAE-6CCB-41FA-9AD0-E1FB9D1D5308}" type="pres">
      <dgm:prSet presAssocID="{BD527775-64F3-4FB1-9F07-50B85007DAE5}" presName="spaceA" presStyleCnt="0"/>
      <dgm:spPr/>
    </dgm:pt>
    <dgm:pt modelId="{8907A7A8-7C3A-4AE9-A38B-3368ECBB22C8}" type="pres">
      <dgm:prSet presAssocID="{AE83F2CA-FEB0-4F81-8F13-DC3358A8EC57}" presName="space" presStyleCnt="0"/>
      <dgm:spPr/>
    </dgm:pt>
    <dgm:pt modelId="{BEFAD241-AFF1-4D8E-A159-E052606DC18C}" type="pres">
      <dgm:prSet presAssocID="{90D9DDAA-F878-46F2-97D8-8F277DAB58CF}" presName="compositeB" presStyleCnt="0"/>
      <dgm:spPr/>
    </dgm:pt>
    <dgm:pt modelId="{3C9A1F47-9502-4305-9AB9-2127794008D9}" type="pres">
      <dgm:prSet presAssocID="{90D9DDAA-F878-46F2-97D8-8F277DAB58CF}" presName="textB" presStyleLbl="revTx" presStyleIdx="7" presStyleCnt="10">
        <dgm:presLayoutVars>
          <dgm:bulletEnabled val="1"/>
        </dgm:presLayoutVars>
      </dgm:prSet>
      <dgm:spPr/>
    </dgm:pt>
    <dgm:pt modelId="{223C9DB2-989E-4E1F-ADBF-99BE31615331}" type="pres">
      <dgm:prSet presAssocID="{90D9DDAA-F878-46F2-97D8-8F277DAB58CF}" presName="circleB" presStyleLbl="node1" presStyleIdx="7" presStyleCnt="10" custScaleX="41645" custScaleY="34401" custLinFactNeighborX="-6997" custLinFactNeighborY="-48891"/>
      <dgm:spPr/>
    </dgm:pt>
    <dgm:pt modelId="{D2D92705-FB6A-4237-8692-2C7E54CFB325}" type="pres">
      <dgm:prSet presAssocID="{90D9DDAA-F878-46F2-97D8-8F277DAB58CF}" presName="spaceB" presStyleCnt="0"/>
      <dgm:spPr/>
    </dgm:pt>
    <dgm:pt modelId="{1FD97B67-48A3-43A1-B6F1-BEEA20EB422D}" type="pres">
      <dgm:prSet presAssocID="{C55CF7DE-1407-4B9B-8F6A-6C1035CAAE6D}" presName="space" presStyleCnt="0"/>
      <dgm:spPr/>
    </dgm:pt>
    <dgm:pt modelId="{6324142F-8973-4ABD-BA74-EC52237CEA40}" type="pres">
      <dgm:prSet presAssocID="{D0A4CC1D-BAD4-407E-8241-292B2C5076AA}" presName="compositeA" presStyleCnt="0"/>
      <dgm:spPr/>
    </dgm:pt>
    <dgm:pt modelId="{67B71047-270B-4DCD-83B5-A505F0F708F8}" type="pres">
      <dgm:prSet presAssocID="{D0A4CC1D-BAD4-407E-8241-292B2C5076AA}" presName="textA" presStyleLbl="revTx" presStyleIdx="8" presStyleCnt="10">
        <dgm:presLayoutVars>
          <dgm:bulletEnabled val="1"/>
        </dgm:presLayoutVars>
      </dgm:prSet>
      <dgm:spPr/>
    </dgm:pt>
    <dgm:pt modelId="{3ABB9159-46E7-41E6-926A-44126341A8B8}" type="pres">
      <dgm:prSet presAssocID="{D0A4CC1D-BAD4-407E-8241-292B2C5076AA}" presName="circleA" presStyleLbl="node1" presStyleIdx="8" presStyleCnt="10" custScaleX="41645" custScaleY="34401" custLinFactNeighborX="-6997" custLinFactNeighborY="-48891"/>
      <dgm:spPr/>
    </dgm:pt>
    <dgm:pt modelId="{A447E0D0-422C-48A1-A7DC-A326F12F2CD5}" type="pres">
      <dgm:prSet presAssocID="{D0A4CC1D-BAD4-407E-8241-292B2C5076AA}" presName="spaceA" presStyleCnt="0"/>
      <dgm:spPr/>
    </dgm:pt>
    <dgm:pt modelId="{A6A32858-FCA0-4F52-BF2F-C7EDF984DB87}" type="pres">
      <dgm:prSet presAssocID="{09E76C5A-0DED-418F-88D5-83FEB4378867}" presName="space" presStyleCnt="0"/>
      <dgm:spPr/>
    </dgm:pt>
    <dgm:pt modelId="{13A3478F-F884-46C6-948B-965DA1565413}" type="pres">
      <dgm:prSet presAssocID="{85D72958-DF0F-4C37-8016-89E1E7ADE79D}" presName="compositeB" presStyleCnt="0"/>
      <dgm:spPr/>
    </dgm:pt>
    <dgm:pt modelId="{0CAE1D78-9CBB-4639-A0D4-66F25AFA866F}" type="pres">
      <dgm:prSet presAssocID="{85D72958-DF0F-4C37-8016-89E1E7ADE79D}" presName="textB" presStyleLbl="revTx" presStyleIdx="9" presStyleCnt="10">
        <dgm:presLayoutVars>
          <dgm:bulletEnabled val="1"/>
        </dgm:presLayoutVars>
      </dgm:prSet>
      <dgm:spPr/>
    </dgm:pt>
    <dgm:pt modelId="{B0EC43D9-DA4A-4685-BFE0-8934AB1C961E}" type="pres">
      <dgm:prSet presAssocID="{85D72958-DF0F-4C37-8016-89E1E7ADE79D}" presName="circleB" presStyleLbl="node1" presStyleIdx="9" presStyleCnt="10" custFlipHor="1" custScaleX="76069" custScaleY="58846" custLinFactNeighborY="-48891"/>
      <dgm:spPr/>
    </dgm:pt>
    <dgm:pt modelId="{F40F9A5F-85D8-4CA3-832E-CA210E528868}" type="pres">
      <dgm:prSet presAssocID="{85D72958-DF0F-4C37-8016-89E1E7ADE79D}" presName="spaceB" presStyleCnt="0"/>
      <dgm:spPr/>
    </dgm:pt>
  </dgm:ptLst>
  <dgm:cxnLst>
    <dgm:cxn modelId="{D8AF5007-0298-4DE4-B0C7-B297B45D6683}" srcId="{650DD225-576D-4055-B617-B5C5C5CDE93C}" destId="{D81EA252-5466-47F8-B875-3F675FCF9588}" srcOrd="3" destOrd="0" parTransId="{B600A286-F1D5-4BBE-AF78-5BA07CCBE1BA}" sibTransId="{2E09A448-6049-4A38-866B-8BA43E571529}"/>
    <dgm:cxn modelId="{14F0C60E-7DDA-4998-9E90-B093563B929F}" type="presOf" srcId="{177B60E3-9D52-4740-87CF-74CD4DFD8517}" destId="{F683FF2F-9AE4-4782-9A3A-2C982B47046B}" srcOrd="0" destOrd="0" presId="urn:microsoft.com/office/officeart/2005/8/layout/hProcess11"/>
    <dgm:cxn modelId="{76989324-C0F8-43DC-BB06-C84AAD1F9BAE}" type="presOf" srcId="{70756A7B-08BE-4787-BD05-45DEB6837AF6}" destId="{E76C6D81-B273-4A31-8328-D68EBC8B0122}" srcOrd="0" destOrd="0" presId="urn:microsoft.com/office/officeart/2005/8/layout/hProcess11"/>
    <dgm:cxn modelId="{F3EEA32A-6B3C-4F94-B5A0-167C915B0A1D}" type="presOf" srcId="{A521D952-C80F-4E73-887C-D1CF27B45135}" destId="{FDE17AE6-CC60-4BB1-AC74-BE7789595C56}" srcOrd="0" destOrd="0" presId="urn:microsoft.com/office/officeart/2005/8/layout/hProcess11"/>
    <dgm:cxn modelId="{3CCF7630-DA02-4405-B1D3-80A042BF70A1}" srcId="{650DD225-576D-4055-B617-B5C5C5CDE93C}" destId="{5FDFD7EB-5CA9-414E-B6FA-563D310EEB68}" srcOrd="5" destOrd="0" parTransId="{B8D1C48C-14C0-4D8B-8848-4DA9FABD8E89}" sibTransId="{2286CBF8-198C-4A26-880C-19574FA68059}"/>
    <dgm:cxn modelId="{735DF040-4FFE-4122-9921-CC2DF0394FFE}" type="presOf" srcId="{90D9DDAA-F878-46F2-97D8-8F277DAB58CF}" destId="{3C9A1F47-9502-4305-9AB9-2127794008D9}" srcOrd="0" destOrd="0" presId="urn:microsoft.com/office/officeart/2005/8/layout/hProcess11"/>
    <dgm:cxn modelId="{F80E6645-83AB-4C20-9D0C-84AB8FD52361}" srcId="{650DD225-576D-4055-B617-B5C5C5CDE93C}" destId="{D0A4CC1D-BAD4-407E-8241-292B2C5076AA}" srcOrd="8" destOrd="0" parTransId="{55B525F0-F74D-4A44-BC21-D69C5E83772B}" sibTransId="{09E76C5A-0DED-418F-88D5-83FEB4378867}"/>
    <dgm:cxn modelId="{F1EFBB67-3B1A-451E-B3AA-AAFA7CB2C3BF}" srcId="{650DD225-576D-4055-B617-B5C5C5CDE93C}" destId="{85D72958-DF0F-4C37-8016-89E1E7ADE79D}" srcOrd="9" destOrd="0" parTransId="{DEEEF0AE-F21C-4E62-A483-571F5ECB8AB2}" sibTransId="{3E89E642-A042-4525-A93A-E0A0FFD53332}"/>
    <dgm:cxn modelId="{E5E1B54B-CADA-4686-A46E-012E3F544319}" srcId="{650DD225-576D-4055-B617-B5C5C5CDE93C}" destId="{BD527775-64F3-4FB1-9F07-50B85007DAE5}" srcOrd="6" destOrd="0" parTransId="{B47145BF-E620-4F71-816B-DA15BD3BA79E}" sibTransId="{AE83F2CA-FEB0-4F81-8F13-DC3358A8EC57}"/>
    <dgm:cxn modelId="{613F1D4E-E053-41A3-9AA9-7B4152CE29BA}" srcId="{650DD225-576D-4055-B617-B5C5C5CDE93C}" destId="{70756A7B-08BE-4787-BD05-45DEB6837AF6}" srcOrd="4" destOrd="0" parTransId="{70434B86-AF88-49CC-8AD0-DDCA7D0BF381}" sibTransId="{E3E2C30F-E588-4761-8E0F-59FC2AF2C7F5}"/>
    <dgm:cxn modelId="{428D6B56-3629-49D3-A961-5910D561BB34}" srcId="{650DD225-576D-4055-B617-B5C5C5CDE93C}" destId="{90D9DDAA-F878-46F2-97D8-8F277DAB58CF}" srcOrd="7" destOrd="0" parTransId="{2DAE3C37-428D-4246-9ED1-374BBFA16713}" sibTransId="{C55CF7DE-1407-4B9B-8F6A-6C1035CAAE6D}"/>
    <dgm:cxn modelId="{1400DA57-31E5-4E90-A6D0-A437A2F7EDAE}" type="presOf" srcId="{5FDFD7EB-5CA9-414E-B6FA-563D310EEB68}" destId="{B9E2ADF3-0EA6-4005-986C-C3037AB209F3}" srcOrd="0" destOrd="0" presId="urn:microsoft.com/office/officeart/2005/8/layout/hProcess11"/>
    <dgm:cxn modelId="{45275F84-67D0-4EE1-BB19-4A070E28AABC}" type="presOf" srcId="{85D72958-DF0F-4C37-8016-89E1E7ADE79D}" destId="{0CAE1D78-9CBB-4639-A0D4-66F25AFA866F}" srcOrd="0" destOrd="0" presId="urn:microsoft.com/office/officeart/2005/8/layout/hProcess11"/>
    <dgm:cxn modelId="{A598F384-6F7A-41E2-914A-E07F099ED3D8}" type="presOf" srcId="{650DD225-576D-4055-B617-B5C5C5CDE93C}" destId="{4AE55C8B-3562-4BE0-A5CB-86EAFB3B20A5}" srcOrd="0" destOrd="0" presId="urn:microsoft.com/office/officeart/2005/8/layout/hProcess11"/>
    <dgm:cxn modelId="{235CBD8B-A318-468F-9655-677E8FA0D3FE}" srcId="{650DD225-576D-4055-B617-B5C5C5CDE93C}" destId="{DE33302E-C04E-4927-A033-05CAE191FAB7}" srcOrd="2" destOrd="0" parTransId="{E516797A-1895-462F-8EAF-26A95386C225}" sibTransId="{22DB81B1-32B8-4B2E-80CA-0AB8795FB65B}"/>
    <dgm:cxn modelId="{9B06339F-1A9F-4496-87FD-CC46AB1A398E}" type="presOf" srcId="{D81EA252-5466-47F8-B875-3F675FCF9588}" destId="{916C7AC8-77AF-4097-B47F-FA7749CC8C73}" srcOrd="0" destOrd="0" presId="urn:microsoft.com/office/officeart/2005/8/layout/hProcess11"/>
    <dgm:cxn modelId="{3005CEC8-FC6E-455B-A4F8-014B360EB829}" type="presOf" srcId="{D0A4CC1D-BAD4-407E-8241-292B2C5076AA}" destId="{67B71047-270B-4DCD-83B5-A505F0F708F8}" srcOrd="0" destOrd="0" presId="urn:microsoft.com/office/officeart/2005/8/layout/hProcess11"/>
    <dgm:cxn modelId="{FD49D7CD-0DBA-4335-8D16-9E379F216D81}" srcId="{650DD225-576D-4055-B617-B5C5C5CDE93C}" destId="{A521D952-C80F-4E73-887C-D1CF27B45135}" srcOrd="0" destOrd="0" parTransId="{1712DA52-FC50-4569-AD40-8499E8228FFD}" sibTransId="{CB26BCF0-89E1-4CBB-A244-ED5B8494D0FF}"/>
    <dgm:cxn modelId="{ECF356D2-72EF-43BB-8AAB-726D57256C2E}" type="presOf" srcId="{DE33302E-C04E-4927-A033-05CAE191FAB7}" destId="{B92A517B-C050-4A0D-9033-C996FF6D23C9}" srcOrd="0" destOrd="0" presId="urn:microsoft.com/office/officeart/2005/8/layout/hProcess11"/>
    <dgm:cxn modelId="{65D676D5-6898-48E7-950D-93AD1F35AC68}" srcId="{650DD225-576D-4055-B617-B5C5C5CDE93C}" destId="{177B60E3-9D52-4740-87CF-74CD4DFD8517}" srcOrd="1" destOrd="0" parTransId="{787921B2-850A-4CA3-B82B-01E29609F579}" sibTransId="{4FDCDC10-0C14-48F2-B641-0F1006220406}"/>
    <dgm:cxn modelId="{6775E9FE-30E2-4D65-9DE3-A205BD063A4D}" type="presOf" srcId="{BD527775-64F3-4FB1-9F07-50B85007DAE5}" destId="{EB23BA7E-DA35-48E7-B6B8-8EB966DE5A55}" srcOrd="0" destOrd="0" presId="urn:microsoft.com/office/officeart/2005/8/layout/hProcess11"/>
    <dgm:cxn modelId="{29803093-C7F7-42CD-9E4D-4A5166439500}" type="presParOf" srcId="{4AE55C8B-3562-4BE0-A5CB-86EAFB3B20A5}" destId="{958EA12F-B087-41BA-9E6D-EAABC13752C6}" srcOrd="0" destOrd="0" presId="urn:microsoft.com/office/officeart/2005/8/layout/hProcess11"/>
    <dgm:cxn modelId="{2FE1154C-D22F-4BFC-AE03-2440F1B4DFB3}" type="presParOf" srcId="{4AE55C8B-3562-4BE0-A5CB-86EAFB3B20A5}" destId="{AE774B0B-E179-4BF9-B073-14983DEE066C}" srcOrd="1" destOrd="0" presId="urn:microsoft.com/office/officeart/2005/8/layout/hProcess11"/>
    <dgm:cxn modelId="{45386D60-F6B3-45A6-AF4C-248416BE756B}" type="presParOf" srcId="{AE774B0B-E179-4BF9-B073-14983DEE066C}" destId="{CB3CB4C3-3A7D-4772-BC42-CD6ABFBED957}" srcOrd="0" destOrd="0" presId="urn:microsoft.com/office/officeart/2005/8/layout/hProcess11"/>
    <dgm:cxn modelId="{88903725-2F87-4298-B472-72DFD62DCFED}" type="presParOf" srcId="{CB3CB4C3-3A7D-4772-BC42-CD6ABFBED957}" destId="{FDE17AE6-CC60-4BB1-AC74-BE7789595C56}" srcOrd="0" destOrd="0" presId="urn:microsoft.com/office/officeart/2005/8/layout/hProcess11"/>
    <dgm:cxn modelId="{E1CC35BC-ADA3-49AB-9092-3F6E5DD08899}" type="presParOf" srcId="{CB3CB4C3-3A7D-4772-BC42-CD6ABFBED957}" destId="{75D7DA35-7683-4713-9268-2930488550B0}" srcOrd="1" destOrd="0" presId="urn:microsoft.com/office/officeart/2005/8/layout/hProcess11"/>
    <dgm:cxn modelId="{E5AA5AF6-CF5C-44C8-A240-A1B2C8AFA598}" type="presParOf" srcId="{CB3CB4C3-3A7D-4772-BC42-CD6ABFBED957}" destId="{E502A334-8D8D-4789-8E37-AF09007B9F57}" srcOrd="2" destOrd="0" presId="urn:microsoft.com/office/officeart/2005/8/layout/hProcess11"/>
    <dgm:cxn modelId="{84DED82E-03E7-468E-A37F-A751C4E6ACC4}" type="presParOf" srcId="{AE774B0B-E179-4BF9-B073-14983DEE066C}" destId="{B20E8F21-72DE-4795-AF26-F52E9B40D45C}" srcOrd="1" destOrd="0" presId="urn:microsoft.com/office/officeart/2005/8/layout/hProcess11"/>
    <dgm:cxn modelId="{F328133E-4DD1-40E8-9631-1BD84DE368A2}" type="presParOf" srcId="{AE774B0B-E179-4BF9-B073-14983DEE066C}" destId="{22E90E49-E8EE-4C8E-B93B-E4EFC34464DA}" srcOrd="2" destOrd="0" presId="urn:microsoft.com/office/officeart/2005/8/layout/hProcess11"/>
    <dgm:cxn modelId="{E30FD920-9B11-4492-BD0F-3A67507447C2}" type="presParOf" srcId="{22E90E49-E8EE-4C8E-B93B-E4EFC34464DA}" destId="{F683FF2F-9AE4-4782-9A3A-2C982B47046B}" srcOrd="0" destOrd="0" presId="urn:microsoft.com/office/officeart/2005/8/layout/hProcess11"/>
    <dgm:cxn modelId="{E765BE40-6124-4920-9F09-1E262325881B}" type="presParOf" srcId="{22E90E49-E8EE-4C8E-B93B-E4EFC34464DA}" destId="{A7183BE7-04E5-4222-984D-962A9CE7432C}" srcOrd="1" destOrd="0" presId="urn:microsoft.com/office/officeart/2005/8/layout/hProcess11"/>
    <dgm:cxn modelId="{4281E53A-960E-4CCC-BCD6-9654BB23C045}" type="presParOf" srcId="{22E90E49-E8EE-4C8E-B93B-E4EFC34464DA}" destId="{C8908CB8-FE95-4F13-9E98-DA039667C5C1}" srcOrd="2" destOrd="0" presId="urn:microsoft.com/office/officeart/2005/8/layout/hProcess11"/>
    <dgm:cxn modelId="{632B2EF8-1495-496E-A669-723187D1B04E}" type="presParOf" srcId="{AE774B0B-E179-4BF9-B073-14983DEE066C}" destId="{36AECDDC-DDB7-4C8E-9C40-8889136CABE0}" srcOrd="3" destOrd="0" presId="urn:microsoft.com/office/officeart/2005/8/layout/hProcess11"/>
    <dgm:cxn modelId="{361292AA-56EB-4D2E-8844-427C1C8DD3F2}" type="presParOf" srcId="{AE774B0B-E179-4BF9-B073-14983DEE066C}" destId="{C202C1AF-760A-437F-BDB0-0EF885B41DBD}" srcOrd="4" destOrd="0" presId="urn:microsoft.com/office/officeart/2005/8/layout/hProcess11"/>
    <dgm:cxn modelId="{6E74BF76-85A9-408A-9BE5-F789DC0EE62F}" type="presParOf" srcId="{C202C1AF-760A-437F-BDB0-0EF885B41DBD}" destId="{B92A517B-C050-4A0D-9033-C996FF6D23C9}" srcOrd="0" destOrd="0" presId="urn:microsoft.com/office/officeart/2005/8/layout/hProcess11"/>
    <dgm:cxn modelId="{7F90578E-EADC-478E-955A-F1144A3F824F}" type="presParOf" srcId="{C202C1AF-760A-437F-BDB0-0EF885B41DBD}" destId="{9D73A3EE-0C01-450D-BC7D-5E398C0BB7AC}" srcOrd="1" destOrd="0" presId="urn:microsoft.com/office/officeart/2005/8/layout/hProcess11"/>
    <dgm:cxn modelId="{1649E889-1630-41EA-932B-729AD747A81D}" type="presParOf" srcId="{C202C1AF-760A-437F-BDB0-0EF885B41DBD}" destId="{487A20E6-6D6A-4B86-A768-184544FEDB0B}" srcOrd="2" destOrd="0" presId="urn:microsoft.com/office/officeart/2005/8/layout/hProcess11"/>
    <dgm:cxn modelId="{4CE85B33-E223-4FBB-B01F-877AA024C394}" type="presParOf" srcId="{AE774B0B-E179-4BF9-B073-14983DEE066C}" destId="{14C092F4-BB95-4CC7-B5E1-EE41DBD7B08F}" srcOrd="5" destOrd="0" presId="urn:microsoft.com/office/officeart/2005/8/layout/hProcess11"/>
    <dgm:cxn modelId="{51EA807A-4E90-4852-87A6-CF13A54FF671}" type="presParOf" srcId="{AE774B0B-E179-4BF9-B073-14983DEE066C}" destId="{FAEE92EE-BEBB-4703-85EB-F698D134A0E3}" srcOrd="6" destOrd="0" presId="urn:microsoft.com/office/officeart/2005/8/layout/hProcess11"/>
    <dgm:cxn modelId="{CE2FC974-5812-4F46-BD63-01C7B6037B15}" type="presParOf" srcId="{FAEE92EE-BEBB-4703-85EB-F698D134A0E3}" destId="{916C7AC8-77AF-4097-B47F-FA7749CC8C73}" srcOrd="0" destOrd="0" presId="urn:microsoft.com/office/officeart/2005/8/layout/hProcess11"/>
    <dgm:cxn modelId="{6A85DE45-D91A-4C01-ACFD-27D985BB4963}" type="presParOf" srcId="{FAEE92EE-BEBB-4703-85EB-F698D134A0E3}" destId="{EEC9582E-2853-4DA3-8A3A-1302AC9482CB}" srcOrd="1" destOrd="0" presId="urn:microsoft.com/office/officeart/2005/8/layout/hProcess11"/>
    <dgm:cxn modelId="{A658C0D6-1227-4850-8EDB-34B02F8A4C13}" type="presParOf" srcId="{FAEE92EE-BEBB-4703-85EB-F698D134A0E3}" destId="{6B2B1015-2CE6-4252-8F8D-4BDAA6727CEB}" srcOrd="2" destOrd="0" presId="urn:microsoft.com/office/officeart/2005/8/layout/hProcess11"/>
    <dgm:cxn modelId="{F202D4D6-0AE3-40F4-A399-B5862016215B}" type="presParOf" srcId="{AE774B0B-E179-4BF9-B073-14983DEE066C}" destId="{A6EC4114-0B6C-4C10-935A-5D5D24141904}" srcOrd="7" destOrd="0" presId="urn:microsoft.com/office/officeart/2005/8/layout/hProcess11"/>
    <dgm:cxn modelId="{875A47A5-F751-4460-BF56-78A61720997D}" type="presParOf" srcId="{AE774B0B-E179-4BF9-B073-14983DEE066C}" destId="{AE74B9B3-BCC2-45B1-830E-5D1A711ADCC8}" srcOrd="8" destOrd="0" presId="urn:microsoft.com/office/officeart/2005/8/layout/hProcess11"/>
    <dgm:cxn modelId="{6AF7AFF7-2833-46FE-9EEF-E87CAB57FCB1}" type="presParOf" srcId="{AE74B9B3-BCC2-45B1-830E-5D1A711ADCC8}" destId="{E76C6D81-B273-4A31-8328-D68EBC8B0122}" srcOrd="0" destOrd="0" presId="urn:microsoft.com/office/officeart/2005/8/layout/hProcess11"/>
    <dgm:cxn modelId="{F3A5E5C3-B39A-4372-A9A4-068F8D81B487}" type="presParOf" srcId="{AE74B9B3-BCC2-45B1-830E-5D1A711ADCC8}" destId="{3FF34A8F-DDFD-434F-BFEA-4D5E61B4827D}" srcOrd="1" destOrd="0" presId="urn:microsoft.com/office/officeart/2005/8/layout/hProcess11"/>
    <dgm:cxn modelId="{719D9BB3-6591-49D7-878D-DCCC555526F9}" type="presParOf" srcId="{AE74B9B3-BCC2-45B1-830E-5D1A711ADCC8}" destId="{274E2210-6516-4D7B-85D5-3075447B8214}" srcOrd="2" destOrd="0" presId="urn:microsoft.com/office/officeart/2005/8/layout/hProcess11"/>
    <dgm:cxn modelId="{2277563D-C94E-4728-80F9-73BF5EC0FC64}" type="presParOf" srcId="{AE774B0B-E179-4BF9-B073-14983DEE066C}" destId="{082815B8-5840-4525-A245-C4120FB06BC2}" srcOrd="9" destOrd="0" presId="urn:microsoft.com/office/officeart/2005/8/layout/hProcess11"/>
    <dgm:cxn modelId="{CB6471D6-BE89-4200-B84A-5276E614EF5C}" type="presParOf" srcId="{AE774B0B-E179-4BF9-B073-14983DEE066C}" destId="{A5D041A1-67B1-41D5-BF6A-27FF139B945A}" srcOrd="10" destOrd="0" presId="urn:microsoft.com/office/officeart/2005/8/layout/hProcess11"/>
    <dgm:cxn modelId="{8F8A0943-EB66-4B45-83E1-9814B45CBB1B}" type="presParOf" srcId="{A5D041A1-67B1-41D5-BF6A-27FF139B945A}" destId="{B9E2ADF3-0EA6-4005-986C-C3037AB209F3}" srcOrd="0" destOrd="0" presId="urn:microsoft.com/office/officeart/2005/8/layout/hProcess11"/>
    <dgm:cxn modelId="{0D9DACA1-39AB-4A7F-A244-A9B0B08E619A}" type="presParOf" srcId="{A5D041A1-67B1-41D5-BF6A-27FF139B945A}" destId="{BE62D684-DD02-44EF-8765-B4E64D13A556}" srcOrd="1" destOrd="0" presId="urn:microsoft.com/office/officeart/2005/8/layout/hProcess11"/>
    <dgm:cxn modelId="{220FEB7A-DD41-43C0-9513-6BBEFE01D90B}" type="presParOf" srcId="{A5D041A1-67B1-41D5-BF6A-27FF139B945A}" destId="{1A68CE9F-42B6-4D93-B25D-EC8A98871435}" srcOrd="2" destOrd="0" presId="urn:microsoft.com/office/officeart/2005/8/layout/hProcess11"/>
    <dgm:cxn modelId="{A3B25752-1052-44AA-B53D-4E5B832E030E}" type="presParOf" srcId="{AE774B0B-E179-4BF9-B073-14983DEE066C}" destId="{DA7C7A5E-1CAD-4BA9-8928-FA115F0CC00B}" srcOrd="11" destOrd="0" presId="urn:microsoft.com/office/officeart/2005/8/layout/hProcess11"/>
    <dgm:cxn modelId="{85B18F70-7CB9-407E-94AE-405A52A94F51}" type="presParOf" srcId="{AE774B0B-E179-4BF9-B073-14983DEE066C}" destId="{3BB82B78-516F-460A-9EA5-A3AAC87FBB98}" srcOrd="12" destOrd="0" presId="urn:microsoft.com/office/officeart/2005/8/layout/hProcess11"/>
    <dgm:cxn modelId="{B2DA93BB-FF21-4A73-B8AB-E453929463C2}" type="presParOf" srcId="{3BB82B78-516F-460A-9EA5-A3AAC87FBB98}" destId="{EB23BA7E-DA35-48E7-B6B8-8EB966DE5A55}" srcOrd="0" destOrd="0" presId="urn:microsoft.com/office/officeart/2005/8/layout/hProcess11"/>
    <dgm:cxn modelId="{B72C9AB7-1A09-4518-B4A0-D7AEF42F27EC}" type="presParOf" srcId="{3BB82B78-516F-460A-9EA5-A3AAC87FBB98}" destId="{F0D03B6E-A7E3-4139-8276-7C3B7BB1C99E}" srcOrd="1" destOrd="0" presId="urn:microsoft.com/office/officeart/2005/8/layout/hProcess11"/>
    <dgm:cxn modelId="{9C6DDA1B-0F06-47C7-AA92-FC76D5E1E323}" type="presParOf" srcId="{3BB82B78-516F-460A-9EA5-A3AAC87FBB98}" destId="{BD7AFEAE-6CCB-41FA-9AD0-E1FB9D1D5308}" srcOrd="2" destOrd="0" presId="urn:microsoft.com/office/officeart/2005/8/layout/hProcess11"/>
    <dgm:cxn modelId="{66FD6BFC-F280-4007-8547-6EF73BBF83D1}" type="presParOf" srcId="{AE774B0B-E179-4BF9-B073-14983DEE066C}" destId="{8907A7A8-7C3A-4AE9-A38B-3368ECBB22C8}" srcOrd="13" destOrd="0" presId="urn:microsoft.com/office/officeart/2005/8/layout/hProcess11"/>
    <dgm:cxn modelId="{800D2841-302D-4018-BBCA-BAF80B3092B4}" type="presParOf" srcId="{AE774B0B-E179-4BF9-B073-14983DEE066C}" destId="{BEFAD241-AFF1-4D8E-A159-E052606DC18C}" srcOrd="14" destOrd="0" presId="urn:microsoft.com/office/officeart/2005/8/layout/hProcess11"/>
    <dgm:cxn modelId="{2197366A-6358-4F96-AD68-9BF0547EC49F}" type="presParOf" srcId="{BEFAD241-AFF1-4D8E-A159-E052606DC18C}" destId="{3C9A1F47-9502-4305-9AB9-2127794008D9}" srcOrd="0" destOrd="0" presId="urn:microsoft.com/office/officeart/2005/8/layout/hProcess11"/>
    <dgm:cxn modelId="{E0F874A0-1340-4A70-8C49-D7DEA6D2DEF3}" type="presParOf" srcId="{BEFAD241-AFF1-4D8E-A159-E052606DC18C}" destId="{223C9DB2-989E-4E1F-ADBF-99BE31615331}" srcOrd="1" destOrd="0" presId="urn:microsoft.com/office/officeart/2005/8/layout/hProcess11"/>
    <dgm:cxn modelId="{564521A3-BF6B-4F4A-B264-C3D55DDB02BE}" type="presParOf" srcId="{BEFAD241-AFF1-4D8E-A159-E052606DC18C}" destId="{D2D92705-FB6A-4237-8692-2C7E54CFB325}" srcOrd="2" destOrd="0" presId="urn:microsoft.com/office/officeart/2005/8/layout/hProcess11"/>
    <dgm:cxn modelId="{C896D7A0-11A1-40BD-8AAF-3F08BE0825C1}" type="presParOf" srcId="{AE774B0B-E179-4BF9-B073-14983DEE066C}" destId="{1FD97B67-48A3-43A1-B6F1-BEEA20EB422D}" srcOrd="15" destOrd="0" presId="urn:microsoft.com/office/officeart/2005/8/layout/hProcess11"/>
    <dgm:cxn modelId="{C5D08AF9-B7A0-46C0-9AB8-E9D12F47E6EC}" type="presParOf" srcId="{AE774B0B-E179-4BF9-B073-14983DEE066C}" destId="{6324142F-8973-4ABD-BA74-EC52237CEA40}" srcOrd="16" destOrd="0" presId="urn:microsoft.com/office/officeart/2005/8/layout/hProcess11"/>
    <dgm:cxn modelId="{ACB84299-294D-4067-BD96-0191A6B23EFA}" type="presParOf" srcId="{6324142F-8973-4ABD-BA74-EC52237CEA40}" destId="{67B71047-270B-4DCD-83B5-A505F0F708F8}" srcOrd="0" destOrd="0" presId="urn:microsoft.com/office/officeart/2005/8/layout/hProcess11"/>
    <dgm:cxn modelId="{20D378A4-6E21-422D-B5C2-E50D7A975C58}" type="presParOf" srcId="{6324142F-8973-4ABD-BA74-EC52237CEA40}" destId="{3ABB9159-46E7-41E6-926A-44126341A8B8}" srcOrd="1" destOrd="0" presId="urn:microsoft.com/office/officeart/2005/8/layout/hProcess11"/>
    <dgm:cxn modelId="{261ABA19-409A-445A-8C6C-971C20CC0B5C}" type="presParOf" srcId="{6324142F-8973-4ABD-BA74-EC52237CEA40}" destId="{A447E0D0-422C-48A1-A7DC-A326F12F2CD5}" srcOrd="2" destOrd="0" presId="urn:microsoft.com/office/officeart/2005/8/layout/hProcess11"/>
    <dgm:cxn modelId="{E3F30C77-5C31-4238-8E61-75A8D74AA86B}" type="presParOf" srcId="{AE774B0B-E179-4BF9-B073-14983DEE066C}" destId="{A6A32858-FCA0-4F52-BF2F-C7EDF984DB87}" srcOrd="17" destOrd="0" presId="urn:microsoft.com/office/officeart/2005/8/layout/hProcess11"/>
    <dgm:cxn modelId="{CDAF7154-44EB-4EDF-B0C0-B174AFA36576}" type="presParOf" srcId="{AE774B0B-E179-4BF9-B073-14983DEE066C}" destId="{13A3478F-F884-46C6-948B-965DA1565413}" srcOrd="18" destOrd="0" presId="urn:microsoft.com/office/officeart/2005/8/layout/hProcess11"/>
    <dgm:cxn modelId="{3FED463E-34C5-41F0-ACEA-FE9F466A8E80}" type="presParOf" srcId="{13A3478F-F884-46C6-948B-965DA1565413}" destId="{0CAE1D78-9CBB-4639-A0D4-66F25AFA866F}" srcOrd="0" destOrd="0" presId="urn:microsoft.com/office/officeart/2005/8/layout/hProcess11"/>
    <dgm:cxn modelId="{64E8E5AF-6A08-4B0D-B962-BFF8D76479B6}" type="presParOf" srcId="{13A3478F-F884-46C6-948B-965DA1565413}" destId="{B0EC43D9-DA4A-4685-BFE0-8934AB1C961E}" srcOrd="1" destOrd="0" presId="urn:microsoft.com/office/officeart/2005/8/layout/hProcess11"/>
    <dgm:cxn modelId="{9EC73E65-C632-488F-BC05-6E8EF4BA5CB7}" type="presParOf" srcId="{13A3478F-F884-46C6-948B-965DA1565413}" destId="{F40F9A5F-85D8-4CA3-832E-CA210E528868}" srcOrd="2" destOrd="0" presId="urn:microsoft.com/office/officeart/2005/8/layout/hProcess1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97BD6D-CD99-4821-80ED-782211115F1A}">
      <dsp:nvSpPr>
        <dsp:cNvPr id="0" name=""/>
        <dsp:cNvSpPr/>
      </dsp:nvSpPr>
      <dsp:spPr>
        <a:xfrm>
          <a:off x="-6779623" y="-1044926"/>
          <a:ext cx="8133610" cy="8133610"/>
        </a:xfrm>
        <a:prstGeom prst="blockArc">
          <a:avLst>
            <a:gd name="adj1" fmla="val 18900000"/>
            <a:gd name="adj2" fmla="val 2700000"/>
            <a:gd name="adj3" fmla="val 266"/>
          </a:avLst>
        </a:pr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0B29C53-122E-4A18-AF50-18967326F7A7}">
      <dsp:nvSpPr>
        <dsp:cNvPr id="0" name=""/>
        <dsp:cNvSpPr/>
      </dsp:nvSpPr>
      <dsp:spPr>
        <a:xfrm>
          <a:off x="1110993" y="863411"/>
          <a:ext cx="15622713" cy="1726580"/>
        </a:xfrm>
        <a:prstGeom prst="rect">
          <a:avLst/>
        </a:prstGeom>
        <a:solidFill>
          <a:schemeClr val="accent6">
            <a:lumMod val="20000"/>
            <a:lumOff val="8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70473" tIns="165100" rIns="165100" bIns="165100" numCol="1" spcCol="1270" anchor="ctr" anchorCtr="0">
          <a:noAutofit/>
        </a:bodyPr>
        <a:lstStyle/>
        <a:p>
          <a:pPr marL="0" lvl="0" indent="0" algn="l" defTabSz="2889250">
            <a:lnSpc>
              <a:spcPct val="90000"/>
            </a:lnSpc>
            <a:spcBef>
              <a:spcPct val="0"/>
            </a:spcBef>
            <a:spcAft>
              <a:spcPct val="35000"/>
            </a:spcAft>
            <a:buNone/>
          </a:pPr>
          <a:r>
            <a:rPr lang="es-ES" sz="6500" kern="1200" noProof="0" dirty="0">
              <a:solidFill>
                <a:schemeClr val="tx1"/>
              </a:solidFill>
            </a:rPr>
            <a:t>OSINT</a:t>
          </a:r>
        </a:p>
      </dsp:txBody>
      <dsp:txXfrm>
        <a:off x="1110993" y="863411"/>
        <a:ext cx="15622713" cy="1726580"/>
      </dsp:txXfrm>
    </dsp:sp>
    <dsp:sp modelId="{A839D322-B1CB-4685-8BE1-D7C4CBA1DED5}">
      <dsp:nvSpPr>
        <dsp:cNvPr id="0" name=""/>
        <dsp:cNvSpPr/>
      </dsp:nvSpPr>
      <dsp:spPr>
        <a:xfrm>
          <a:off x="31880" y="647588"/>
          <a:ext cx="2158225" cy="2158225"/>
        </a:xfrm>
        <a:prstGeom prst="ellipse">
          <a:avLst/>
        </a:prstGeom>
        <a:solidFill>
          <a:schemeClr val="accent6">
            <a:lumMod val="40000"/>
            <a:lumOff val="60000"/>
          </a:schemeClr>
        </a:solidFill>
        <a:ln w="25400" cap="flat" cmpd="sng" algn="ctr">
          <a:solidFill>
            <a:schemeClr val="accent6">
              <a:lumMod val="50000"/>
            </a:schemeClr>
          </a:solidFill>
          <a:prstDash val="solid"/>
        </a:ln>
        <a:effectLst/>
      </dsp:spPr>
      <dsp:style>
        <a:lnRef idx="2">
          <a:scrgbClr r="0" g="0" b="0"/>
        </a:lnRef>
        <a:fillRef idx="1">
          <a:scrgbClr r="0" g="0" b="0"/>
        </a:fillRef>
        <a:effectRef idx="0">
          <a:scrgbClr r="0" g="0" b="0"/>
        </a:effectRef>
        <a:fontRef idx="minor"/>
      </dsp:style>
    </dsp:sp>
    <dsp:sp modelId="{7F3312BA-69D3-442F-B82A-B05F70439E2B}">
      <dsp:nvSpPr>
        <dsp:cNvPr id="0" name=""/>
        <dsp:cNvSpPr/>
      </dsp:nvSpPr>
      <dsp:spPr>
        <a:xfrm>
          <a:off x="1110993" y="3453765"/>
          <a:ext cx="15622713" cy="1726580"/>
        </a:xfrm>
        <a:prstGeom prst="rect">
          <a:avLst/>
        </a:prstGeom>
        <a:solidFill>
          <a:schemeClr val="accent6">
            <a:lumMod val="20000"/>
            <a:lumOff val="8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70473" tIns="165100" rIns="165100" bIns="165100" numCol="1" spcCol="1270" anchor="ctr" anchorCtr="0">
          <a:noAutofit/>
        </a:bodyPr>
        <a:lstStyle/>
        <a:p>
          <a:pPr marL="0" lvl="0" indent="0" algn="l" defTabSz="2889250">
            <a:lnSpc>
              <a:spcPct val="90000"/>
            </a:lnSpc>
            <a:spcBef>
              <a:spcPct val="0"/>
            </a:spcBef>
            <a:spcAft>
              <a:spcPct val="35000"/>
            </a:spcAft>
            <a:buNone/>
          </a:pPr>
          <a:r>
            <a:rPr lang="es-ES" sz="6500" kern="1200" noProof="0" dirty="0">
              <a:solidFill>
                <a:schemeClr val="tx1"/>
              </a:solidFill>
            </a:rPr>
            <a:t>Primer Ministro</a:t>
          </a:r>
        </a:p>
      </dsp:txBody>
      <dsp:txXfrm>
        <a:off x="1110993" y="3453765"/>
        <a:ext cx="15622713" cy="1726580"/>
      </dsp:txXfrm>
    </dsp:sp>
    <dsp:sp modelId="{B45A13D0-BCAB-4182-B0B2-95E4541F1250}">
      <dsp:nvSpPr>
        <dsp:cNvPr id="0" name=""/>
        <dsp:cNvSpPr/>
      </dsp:nvSpPr>
      <dsp:spPr>
        <a:xfrm>
          <a:off x="31880" y="3237943"/>
          <a:ext cx="2158225" cy="2158225"/>
        </a:xfrm>
        <a:prstGeom prst="ellipse">
          <a:avLst/>
        </a:prstGeom>
        <a:solidFill>
          <a:schemeClr val="accent6">
            <a:lumMod val="40000"/>
            <a:lumOff val="60000"/>
          </a:schemeClr>
        </a:solidFill>
        <a:ln w="25400" cap="flat" cmpd="sng" algn="ctr">
          <a:solidFill>
            <a:schemeClr val="accent6">
              <a:lumMod val="5000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8EA12F-B087-41BA-9E6D-EAABC13752C6}">
      <dsp:nvSpPr>
        <dsp:cNvPr id="0" name=""/>
        <dsp:cNvSpPr/>
      </dsp:nvSpPr>
      <dsp:spPr>
        <a:xfrm>
          <a:off x="0" y="2295869"/>
          <a:ext cx="17580146" cy="1590332"/>
        </a:xfrm>
        <a:prstGeom prst="notched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E17AE6-CC60-4BB1-AC74-BE7789595C56}">
      <dsp:nvSpPr>
        <dsp:cNvPr id="0" name=""/>
        <dsp:cNvSpPr/>
      </dsp:nvSpPr>
      <dsp:spPr>
        <a:xfrm>
          <a:off x="5326" y="0"/>
          <a:ext cx="1512296" cy="27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0" lvl="0" indent="0" algn="ctr" defTabSz="800100">
            <a:lnSpc>
              <a:spcPct val="90000"/>
            </a:lnSpc>
            <a:spcBef>
              <a:spcPct val="0"/>
            </a:spcBef>
            <a:spcAft>
              <a:spcPct val="35000"/>
            </a:spcAft>
            <a:buNone/>
          </a:pPr>
          <a:r>
            <a:rPr lang="es-ES" sz="1800" b="1" kern="1200" noProof="0" dirty="0"/>
            <a:t>Enero/2020</a:t>
          </a:r>
        </a:p>
        <a:p>
          <a:pPr marL="0" lvl="0" indent="0" algn="ctr" defTabSz="800100">
            <a:lnSpc>
              <a:spcPct val="90000"/>
            </a:lnSpc>
            <a:spcBef>
              <a:spcPct val="0"/>
            </a:spcBef>
            <a:spcAft>
              <a:spcPct val="35000"/>
            </a:spcAft>
            <a:buNone/>
          </a:pPr>
          <a:endParaRPr lang="es-ES" sz="800" kern="1200" noProof="0" dirty="0"/>
        </a:p>
        <a:p>
          <a:pPr marL="0" lvl="0" indent="0" algn="ctr" defTabSz="800100">
            <a:lnSpc>
              <a:spcPct val="90000"/>
            </a:lnSpc>
            <a:spcBef>
              <a:spcPct val="0"/>
            </a:spcBef>
            <a:spcAft>
              <a:spcPct val="35000"/>
            </a:spcAft>
            <a:buNone/>
          </a:pPr>
          <a:r>
            <a:rPr lang="es-ES" sz="1800" kern="1200" noProof="0" dirty="0"/>
            <a:t>LM Elecciones perdidas para el presidente del PSD</a:t>
          </a:r>
        </a:p>
      </dsp:txBody>
      <dsp:txXfrm>
        <a:off x="5326" y="0"/>
        <a:ext cx="1512296" cy="2712720"/>
      </dsp:txXfrm>
    </dsp:sp>
    <dsp:sp modelId="{75D7DA35-7683-4713-9268-2930488550B0}">
      <dsp:nvSpPr>
        <dsp:cNvPr id="0" name=""/>
        <dsp:cNvSpPr/>
      </dsp:nvSpPr>
      <dsp:spPr>
        <a:xfrm>
          <a:off x="631021" y="2968132"/>
          <a:ext cx="282428" cy="23330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683FF2F-9AE4-4782-9A3A-2C982B47046B}">
      <dsp:nvSpPr>
        <dsp:cNvPr id="0" name=""/>
        <dsp:cNvSpPr/>
      </dsp:nvSpPr>
      <dsp:spPr>
        <a:xfrm>
          <a:off x="1597229" y="4069079"/>
          <a:ext cx="1512296" cy="27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0" lvl="0" indent="0" algn="ctr" defTabSz="800100">
            <a:lnSpc>
              <a:spcPct val="90000"/>
            </a:lnSpc>
            <a:spcBef>
              <a:spcPct val="0"/>
            </a:spcBef>
            <a:spcAft>
              <a:spcPct val="35000"/>
            </a:spcAft>
            <a:buNone/>
          </a:pPr>
          <a:r>
            <a:rPr lang="es-ES" sz="1800" b="1" kern="1200" noProof="0" dirty="0"/>
            <a:t>Enero/2021</a:t>
          </a:r>
        </a:p>
        <a:p>
          <a:pPr marL="0" lvl="0" indent="0" algn="ctr" defTabSz="800100">
            <a:lnSpc>
              <a:spcPct val="90000"/>
            </a:lnSpc>
            <a:spcBef>
              <a:spcPct val="0"/>
            </a:spcBef>
            <a:spcAft>
              <a:spcPct val="35000"/>
            </a:spcAft>
            <a:buNone/>
          </a:pPr>
          <a:endParaRPr lang="es-ES" sz="800" kern="1200" noProof="0" dirty="0"/>
        </a:p>
        <a:p>
          <a:pPr marL="0" lvl="0" indent="0" algn="ctr" defTabSz="800100">
            <a:lnSpc>
              <a:spcPct val="90000"/>
            </a:lnSpc>
            <a:spcBef>
              <a:spcPct val="0"/>
            </a:spcBef>
            <a:spcAft>
              <a:spcPct val="35000"/>
            </a:spcAft>
            <a:buNone/>
          </a:pPr>
          <a:r>
            <a:rPr lang="it-IT" sz="1800" kern="1200" noProof="0" dirty="0"/>
            <a:t>Registra SPINUMVIVA con esposa e hijos</a:t>
          </a:r>
          <a:endParaRPr lang="en-US" sz="1800" kern="1200" noProof="0" dirty="0"/>
        </a:p>
        <a:p>
          <a:pPr marL="0" lvl="0" indent="0" defTabSz="800100">
            <a:lnSpc>
              <a:spcPct val="90000"/>
            </a:lnSpc>
            <a:spcBef>
              <a:spcPct val="0"/>
            </a:spcBef>
            <a:spcAft>
              <a:spcPct val="35000"/>
            </a:spcAft>
            <a:buNone/>
          </a:pPr>
          <a:r>
            <a:rPr lang="en-US" sz="1800" kern="1200" noProof="0" dirty="0"/>
            <a:t>LM y </a:t>
          </a:r>
          <a:r>
            <a:rPr lang="en-US" sz="1800" kern="1200" noProof="0" dirty="0" err="1"/>
            <a:t>esposa</a:t>
          </a:r>
          <a:r>
            <a:rPr lang="en-US" sz="1800" kern="1200" noProof="0" dirty="0"/>
            <a:t> </a:t>
          </a:r>
          <a:r>
            <a:rPr lang="en-US" sz="1800" kern="1200" noProof="0" dirty="0" err="1"/>
            <a:t>gerentes</a:t>
          </a:r>
          <a:endParaRPr lang="es-ES" sz="1800" kern="1200" noProof="0" dirty="0"/>
        </a:p>
      </dsp:txBody>
      <dsp:txXfrm>
        <a:off x="1597229" y="4069079"/>
        <a:ext cx="1512296" cy="2712720"/>
      </dsp:txXfrm>
    </dsp:sp>
    <dsp:sp modelId="{A7183BE7-04E5-4222-984D-962A9CE7432C}">
      <dsp:nvSpPr>
        <dsp:cNvPr id="0" name=""/>
        <dsp:cNvSpPr/>
      </dsp:nvSpPr>
      <dsp:spPr>
        <a:xfrm>
          <a:off x="2218932" y="2968132"/>
          <a:ext cx="282428" cy="23330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92A517B-C050-4A0D-9033-C996FF6D23C9}">
      <dsp:nvSpPr>
        <dsp:cNvPr id="0" name=""/>
        <dsp:cNvSpPr/>
      </dsp:nvSpPr>
      <dsp:spPr>
        <a:xfrm>
          <a:off x="3185140" y="0"/>
          <a:ext cx="1512296" cy="27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0" lvl="0" indent="0" algn="ctr" defTabSz="800100">
            <a:lnSpc>
              <a:spcPct val="90000"/>
            </a:lnSpc>
            <a:spcBef>
              <a:spcPct val="0"/>
            </a:spcBef>
            <a:spcAft>
              <a:spcPct val="35000"/>
            </a:spcAft>
            <a:buNone/>
          </a:pPr>
          <a:r>
            <a:rPr lang="es-ES" sz="1800" b="1" kern="1200" noProof="0" dirty="0"/>
            <a:t>Marzo/2022</a:t>
          </a:r>
        </a:p>
        <a:p>
          <a:pPr marL="0" lvl="0" indent="0" algn="ctr" defTabSz="800100">
            <a:lnSpc>
              <a:spcPct val="90000"/>
            </a:lnSpc>
            <a:spcBef>
              <a:spcPct val="0"/>
            </a:spcBef>
            <a:spcAft>
              <a:spcPct val="35000"/>
            </a:spcAft>
            <a:buNone/>
          </a:pPr>
          <a:endParaRPr lang="es-ES" sz="800" kern="1200" noProof="0" dirty="0"/>
        </a:p>
        <a:p>
          <a:pPr marL="0" lvl="0" indent="0" algn="ctr" defTabSz="800100">
            <a:lnSpc>
              <a:spcPct val="90000"/>
            </a:lnSpc>
            <a:spcBef>
              <a:spcPct val="0"/>
            </a:spcBef>
            <a:spcAft>
              <a:spcPct val="35000"/>
            </a:spcAft>
            <a:buNone/>
          </a:pPr>
          <a:r>
            <a:rPr lang="es-ES" sz="1800" kern="1200" noProof="0" dirty="0"/>
            <a:t>Su hijo Hugo se incorpora como gerente de SPINUMVIVA</a:t>
          </a:r>
        </a:p>
      </dsp:txBody>
      <dsp:txXfrm>
        <a:off x="3185140" y="0"/>
        <a:ext cx="1512296" cy="2712720"/>
      </dsp:txXfrm>
    </dsp:sp>
    <dsp:sp modelId="{9D73A3EE-0C01-450D-BC7D-5E398C0BB7AC}">
      <dsp:nvSpPr>
        <dsp:cNvPr id="0" name=""/>
        <dsp:cNvSpPr/>
      </dsp:nvSpPr>
      <dsp:spPr>
        <a:xfrm>
          <a:off x="3806842" y="2968132"/>
          <a:ext cx="282428" cy="23330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16C7AC8-77AF-4097-B47F-FA7749CC8C73}">
      <dsp:nvSpPr>
        <dsp:cNvPr id="0" name=""/>
        <dsp:cNvSpPr/>
      </dsp:nvSpPr>
      <dsp:spPr>
        <a:xfrm>
          <a:off x="4773051" y="4069079"/>
          <a:ext cx="1512296" cy="27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0" lvl="0" indent="0" algn="ctr" defTabSz="800100">
            <a:lnSpc>
              <a:spcPct val="90000"/>
            </a:lnSpc>
            <a:spcBef>
              <a:spcPct val="0"/>
            </a:spcBef>
            <a:spcAft>
              <a:spcPct val="35000"/>
            </a:spcAft>
            <a:buNone/>
          </a:pPr>
          <a:r>
            <a:rPr lang="es-ES" sz="1800" b="1" kern="1200" noProof="0" dirty="0"/>
            <a:t>Julio/2022</a:t>
          </a:r>
        </a:p>
        <a:p>
          <a:pPr marL="0" lvl="0" indent="0" algn="ctr" defTabSz="800100">
            <a:lnSpc>
              <a:spcPct val="90000"/>
            </a:lnSpc>
            <a:spcBef>
              <a:spcPct val="0"/>
            </a:spcBef>
            <a:spcAft>
              <a:spcPct val="35000"/>
            </a:spcAft>
            <a:buNone/>
          </a:pPr>
          <a:endParaRPr lang="es-ES" sz="800" kern="1200" noProof="0" dirty="0"/>
        </a:p>
        <a:p>
          <a:pPr marL="0" lvl="0" indent="0" algn="ctr" defTabSz="800100">
            <a:lnSpc>
              <a:spcPct val="90000"/>
            </a:lnSpc>
            <a:spcBef>
              <a:spcPct val="0"/>
            </a:spcBef>
            <a:spcAft>
              <a:spcPct val="35000"/>
            </a:spcAft>
            <a:buNone/>
          </a:pPr>
          <a:r>
            <a:rPr lang="es-ES" sz="1800" kern="1200" noProof="0" dirty="0"/>
            <a:t>LM se convierte en presidente del PSD</a:t>
          </a:r>
        </a:p>
      </dsp:txBody>
      <dsp:txXfrm>
        <a:off x="4773051" y="4069079"/>
        <a:ext cx="1512296" cy="2712720"/>
      </dsp:txXfrm>
    </dsp:sp>
    <dsp:sp modelId="{EEC9582E-2853-4DA3-8A3A-1302AC9482CB}">
      <dsp:nvSpPr>
        <dsp:cNvPr id="0" name=""/>
        <dsp:cNvSpPr/>
      </dsp:nvSpPr>
      <dsp:spPr>
        <a:xfrm>
          <a:off x="5394753" y="2968132"/>
          <a:ext cx="282428" cy="23330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76C6D81-B273-4A31-8328-D68EBC8B0122}">
      <dsp:nvSpPr>
        <dsp:cNvPr id="0" name=""/>
        <dsp:cNvSpPr/>
      </dsp:nvSpPr>
      <dsp:spPr>
        <a:xfrm>
          <a:off x="6360962" y="0"/>
          <a:ext cx="1512296" cy="27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0" lvl="0" indent="0" algn="ctr" defTabSz="800100">
            <a:lnSpc>
              <a:spcPct val="90000"/>
            </a:lnSpc>
            <a:spcBef>
              <a:spcPct val="0"/>
            </a:spcBef>
            <a:spcAft>
              <a:spcPct val="35000"/>
            </a:spcAft>
            <a:buNone/>
          </a:pPr>
          <a:r>
            <a:rPr lang="es-ES" sz="1800" b="1" kern="1200" noProof="0" dirty="0"/>
            <a:t>Septiembre/2022</a:t>
          </a:r>
        </a:p>
        <a:p>
          <a:pPr marL="0" lvl="0" indent="0" algn="ctr" defTabSz="800100">
            <a:lnSpc>
              <a:spcPct val="90000"/>
            </a:lnSpc>
            <a:spcBef>
              <a:spcPct val="0"/>
            </a:spcBef>
            <a:spcAft>
              <a:spcPct val="35000"/>
            </a:spcAft>
            <a:buNone/>
          </a:pPr>
          <a:endParaRPr lang="es-ES" sz="800" kern="1200" noProof="0" dirty="0"/>
        </a:p>
        <a:p>
          <a:pPr marL="0" lvl="0" indent="0" algn="ctr" defTabSz="800100">
            <a:lnSpc>
              <a:spcPct val="90000"/>
            </a:lnSpc>
            <a:spcBef>
              <a:spcPct val="0"/>
            </a:spcBef>
            <a:spcAft>
              <a:spcPct val="35000"/>
            </a:spcAft>
            <a:buNone/>
          </a:pPr>
          <a:r>
            <a:rPr lang="es-ES" sz="1800" b="0" kern="1200" noProof="0" dirty="0"/>
            <a:t>LM dimite como gerente de </a:t>
          </a:r>
        </a:p>
        <a:p>
          <a:pPr marL="0" lvl="0" indent="0" algn="ctr" defTabSz="800100">
            <a:lnSpc>
              <a:spcPct val="90000"/>
            </a:lnSpc>
            <a:spcBef>
              <a:spcPct val="0"/>
            </a:spcBef>
            <a:spcAft>
              <a:spcPct val="35000"/>
            </a:spcAft>
            <a:buNone/>
          </a:pPr>
          <a:r>
            <a:rPr lang="es-ES" sz="1800" b="0" kern="1200" noProof="0" dirty="0"/>
            <a:t>SPINUNVIVA</a:t>
          </a:r>
          <a:endParaRPr lang="es-ES" sz="1800" kern="1200" noProof="0" dirty="0"/>
        </a:p>
      </dsp:txBody>
      <dsp:txXfrm>
        <a:off x="6360962" y="0"/>
        <a:ext cx="1512296" cy="2712720"/>
      </dsp:txXfrm>
    </dsp:sp>
    <dsp:sp modelId="{3FF34A8F-DDFD-434F-BFEA-4D5E61B4827D}">
      <dsp:nvSpPr>
        <dsp:cNvPr id="0" name=""/>
        <dsp:cNvSpPr/>
      </dsp:nvSpPr>
      <dsp:spPr>
        <a:xfrm>
          <a:off x="6982664" y="2968132"/>
          <a:ext cx="282428" cy="23330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9E2ADF3-0EA6-4005-986C-C3037AB209F3}">
      <dsp:nvSpPr>
        <dsp:cNvPr id="0" name=""/>
        <dsp:cNvSpPr/>
      </dsp:nvSpPr>
      <dsp:spPr>
        <a:xfrm>
          <a:off x="7948873" y="4069079"/>
          <a:ext cx="1512296" cy="27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0" lvl="0" indent="0" algn="ctr" defTabSz="800100">
            <a:lnSpc>
              <a:spcPct val="90000"/>
            </a:lnSpc>
            <a:spcBef>
              <a:spcPct val="0"/>
            </a:spcBef>
            <a:spcAft>
              <a:spcPct val="35000"/>
            </a:spcAft>
            <a:buNone/>
          </a:pPr>
          <a:r>
            <a:rPr lang="es-ES" sz="1800" b="1" kern="1200" noProof="0" dirty="0"/>
            <a:t>Junio/2023</a:t>
          </a:r>
          <a:endParaRPr lang="es-ES" sz="1800" kern="1200" noProof="0" dirty="0"/>
        </a:p>
        <a:p>
          <a:pPr marL="0" lvl="0" indent="0" algn="ctr" defTabSz="800100">
            <a:lnSpc>
              <a:spcPct val="90000"/>
            </a:lnSpc>
            <a:spcBef>
              <a:spcPct val="0"/>
            </a:spcBef>
            <a:spcAft>
              <a:spcPct val="35000"/>
            </a:spcAft>
            <a:buNone/>
          </a:pPr>
          <a:endParaRPr lang="es-ES" sz="800" kern="1200" noProof="0" dirty="0"/>
        </a:p>
        <a:p>
          <a:pPr marL="0" lvl="0" indent="0" algn="ctr" defTabSz="800100">
            <a:lnSpc>
              <a:spcPct val="90000"/>
            </a:lnSpc>
            <a:spcBef>
              <a:spcPct val="0"/>
            </a:spcBef>
            <a:spcAft>
              <a:spcPct val="35000"/>
            </a:spcAft>
            <a:buNone/>
          </a:pPr>
          <a:r>
            <a:rPr lang="es-ES" sz="1800" kern="1200" noProof="0" dirty="0"/>
            <a:t>Su hijo Diogo se incorpora como gerente de SPINUMVIVA</a:t>
          </a:r>
        </a:p>
      </dsp:txBody>
      <dsp:txXfrm>
        <a:off x="7948873" y="4069079"/>
        <a:ext cx="1512296" cy="2712720"/>
      </dsp:txXfrm>
    </dsp:sp>
    <dsp:sp modelId="{BE62D684-DD02-44EF-8765-B4E64D13A556}">
      <dsp:nvSpPr>
        <dsp:cNvPr id="0" name=""/>
        <dsp:cNvSpPr/>
      </dsp:nvSpPr>
      <dsp:spPr>
        <a:xfrm>
          <a:off x="8570575" y="2968132"/>
          <a:ext cx="282428" cy="23330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B23BA7E-DA35-48E7-B6B8-8EB966DE5A55}">
      <dsp:nvSpPr>
        <dsp:cNvPr id="0" name=""/>
        <dsp:cNvSpPr/>
      </dsp:nvSpPr>
      <dsp:spPr>
        <a:xfrm>
          <a:off x="9536783" y="0"/>
          <a:ext cx="1512296" cy="27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0" lvl="0" indent="0" algn="ctr" defTabSz="800100">
            <a:lnSpc>
              <a:spcPct val="90000"/>
            </a:lnSpc>
            <a:spcBef>
              <a:spcPct val="0"/>
            </a:spcBef>
            <a:spcAft>
              <a:spcPct val="35000"/>
            </a:spcAft>
            <a:buNone/>
          </a:pPr>
          <a:r>
            <a:rPr lang="es-ES" sz="1800" b="1" kern="1200" noProof="0" dirty="0"/>
            <a:t>Noviembre/2023</a:t>
          </a:r>
        </a:p>
        <a:p>
          <a:pPr marL="0" lvl="0" indent="0" algn="ctr" defTabSz="800100">
            <a:lnSpc>
              <a:spcPct val="90000"/>
            </a:lnSpc>
            <a:spcBef>
              <a:spcPct val="0"/>
            </a:spcBef>
            <a:spcAft>
              <a:spcPct val="35000"/>
            </a:spcAft>
            <a:buNone/>
          </a:pPr>
          <a:endParaRPr lang="es-ES" sz="800" kern="1200" noProof="0" dirty="0"/>
        </a:p>
        <a:p>
          <a:pPr marL="0" lvl="0" indent="0" algn="ctr" defTabSz="800100">
            <a:lnSpc>
              <a:spcPct val="90000"/>
            </a:lnSpc>
            <a:spcBef>
              <a:spcPct val="0"/>
            </a:spcBef>
            <a:spcAft>
              <a:spcPct val="35000"/>
            </a:spcAft>
            <a:buNone/>
          </a:pPr>
          <a:r>
            <a:rPr lang="pt-BR" sz="1800" kern="1200" noProof="0" dirty="0"/>
            <a:t>António Costa dimite como primer ministro</a:t>
          </a:r>
          <a:endParaRPr lang="es-ES" sz="1800" kern="1200" noProof="0" dirty="0"/>
        </a:p>
      </dsp:txBody>
      <dsp:txXfrm>
        <a:off x="9536783" y="0"/>
        <a:ext cx="1512296" cy="2712720"/>
      </dsp:txXfrm>
    </dsp:sp>
    <dsp:sp modelId="{F0D03B6E-A7E3-4139-8276-7C3B7BB1C99E}">
      <dsp:nvSpPr>
        <dsp:cNvPr id="0" name=""/>
        <dsp:cNvSpPr/>
      </dsp:nvSpPr>
      <dsp:spPr>
        <a:xfrm>
          <a:off x="10104265" y="2942680"/>
          <a:ext cx="282428" cy="23330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C9A1F47-9502-4305-9AB9-2127794008D9}">
      <dsp:nvSpPr>
        <dsp:cNvPr id="0" name=""/>
        <dsp:cNvSpPr/>
      </dsp:nvSpPr>
      <dsp:spPr>
        <a:xfrm>
          <a:off x="11124694" y="4069079"/>
          <a:ext cx="1512296" cy="27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0" lvl="0" indent="0" algn="ctr" defTabSz="800100">
            <a:lnSpc>
              <a:spcPct val="90000"/>
            </a:lnSpc>
            <a:spcBef>
              <a:spcPct val="0"/>
            </a:spcBef>
            <a:spcAft>
              <a:spcPct val="35000"/>
            </a:spcAft>
            <a:buNone/>
          </a:pPr>
          <a:r>
            <a:rPr lang="es-ES" sz="1800" b="1" kern="1200" noProof="0" dirty="0"/>
            <a:t>Abril/2024</a:t>
          </a:r>
        </a:p>
        <a:p>
          <a:pPr marL="0" lvl="0" indent="0" algn="ctr" defTabSz="800100">
            <a:lnSpc>
              <a:spcPct val="90000"/>
            </a:lnSpc>
            <a:spcBef>
              <a:spcPct val="0"/>
            </a:spcBef>
            <a:spcAft>
              <a:spcPct val="35000"/>
            </a:spcAft>
            <a:buNone/>
          </a:pPr>
          <a:endParaRPr lang="es-ES" sz="800" b="0" kern="1200" noProof="0" dirty="0"/>
        </a:p>
        <a:p>
          <a:pPr marL="0" lvl="0" indent="0" algn="ctr" defTabSz="800100">
            <a:lnSpc>
              <a:spcPct val="90000"/>
            </a:lnSpc>
            <a:spcBef>
              <a:spcPct val="0"/>
            </a:spcBef>
            <a:spcAft>
              <a:spcPct val="35000"/>
            </a:spcAft>
            <a:buNone/>
          </a:pPr>
          <a:r>
            <a:rPr lang="es-ES" sz="1800" b="0" kern="1200" noProof="0" dirty="0"/>
            <a:t>LM </a:t>
          </a:r>
        </a:p>
        <a:p>
          <a:pPr marL="0" lvl="0" indent="0" algn="ctr" defTabSz="800100">
            <a:lnSpc>
              <a:spcPct val="90000"/>
            </a:lnSpc>
            <a:spcBef>
              <a:spcPct val="0"/>
            </a:spcBef>
            <a:spcAft>
              <a:spcPct val="35000"/>
            </a:spcAft>
            <a:buNone/>
          </a:pPr>
          <a:r>
            <a:rPr lang="es-ES" sz="1800" b="0" kern="1200" noProof="0" dirty="0"/>
            <a:t>Primer Ministro</a:t>
          </a:r>
        </a:p>
      </dsp:txBody>
      <dsp:txXfrm>
        <a:off x="11124694" y="4069079"/>
        <a:ext cx="1512296" cy="2712720"/>
      </dsp:txXfrm>
    </dsp:sp>
    <dsp:sp modelId="{223C9DB2-989E-4E1F-ADBF-99BE31615331}">
      <dsp:nvSpPr>
        <dsp:cNvPr id="0" name=""/>
        <dsp:cNvSpPr/>
      </dsp:nvSpPr>
      <dsp:spPr>
        <a:xfrm>
          <a:off x="11692176" y="2942680"/>
          <a:ext cx="282428" cy="23330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7B71047-270B-4DCD-83B5-A505F0F708F8}">
      <dsp:nvSpPr>
        <dsp:cNvPr id="0" name=""/>
        <dsp:cNvSpPr/>
      </dsp:nvSpPr>
      <dsp:spPr>
        <a:xfrm>
          <a:off x="12712605" y="0"/>
          <a:ext cx="1512296" cy="27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0" lvl="0" indent="0" algn="ctr" defTabSz="800100">
            <a:lnSpc>
              <a:spcPct val="90000"/>
            </a:lnSpc>
            <a:spcBef>
              <a:spcPct val="0"/>
            </a:spcBef>
            <a:spcAft>
              <a:spcPct val="35000"/>
            </a:spcAft>
            <a:buNone/>
          </a:pPr>
          <a:r>
            <a:rPr lang="es-ES" sz="1800" b="1" kern="1200" noProof="0" dirty="0"/>
            <a:t>Marzo/2025</a:t>
          </a:r>
        </a:p>
        <a:p>
          <a:pPr marL="0" lvl="0" indent="0" algn="ctr" defTabSz="800100">
            <a:lnSpc>
              <a:spcPct val="90000"/>
            </a:lnSpc>
            <a:spcBef>
              <a:spcPct val="0"/>
            </a:spcBef>
            <a:spcAft>
              <a:spcPct val="35000"/>
            </a:spcAft>
            <a:buNone/>
          </a:pPr>
          <a:endParaRPr lang="es-ES" sz="800" b="0" kern="1200" noProof="0" dirty="0"/>
        </a:p>
        <a:p>
          <a:pPr marL="0" lvl="0" indent="0" algn="ctr" defTabSz="800100">
            <a:lnSpc>
              <a:spcPct val="90000"/>
            </a:lnSpc>
            <a:spcBef>
              <a:spcPct val="0"/>
            </a:spcBef>
            <a:spcAft>
              <a:spcPct val="35000"/>
            </a:spcAft>
            <a:buNone/>
          </a:pPr>
          <a:r>
            <a:rPr lang="es-ES" sz="1800" b="0" kern="1200" noProof="0" dirty="0"/>
            <a:t>Carla dimite como gerente de </a:t>
          </a:r>
        </a:p>
        <a:p>
          <a:pPr marL="0" lvl="0" indent="0" algn="ctr" defTabSz="800100">
            <a:lnSpc>
              <a:spcPct val="90000"/>
            </a:lnSpc>
            <a:spcBef>
              <a:spcPct val="0"/>
            </a:spcBef>
            <a:spcAft>
              <a:spcPct val="35000"/>
            </a:spcAft>
            <a:buNone/>
          </a:pPr>
          <a:r>
            <a:rPr lang="es-ES" sz="1800" b="0" kern="1200" noProof="0" dirty="0"/>
            <a:t>SPINUNVIVA</a:t>
          </a:r>
        </a:p>
        <a:p>
          <a:pPr marL="0" lvl="0" indent="0" algn="ctr" defTabSz="800100">
            <a:lnSpc>
              <a:spcPct val="90000"/>
            </a:lnSpc>
            <a:spcBef>
              <a:spcPct val="0"/>
            </a:spcBef>
            <a:spcAft>
              <a:spcPct val="35000"/>
            </a:spcAft>
            <a:buNone/>
          </a:pPr>
          <a:endParaRPr lang="es-ES" sz="1800" b="0" kern="1200" noProof="0" dirty="0"/>
        </a:p>
      </dsp:txBody>
      <dsp:txXfrm>
        <a:off x="12712605" y="0"/>
        <a:ext cx="1512296" cy="2712720"/>
      </dsp:txXfrm>
    </dsp:sp>
    <dsp:sp modelId="{3ABB9159-46E7-41E6-926A-44126341A8B8}">
      <dsp:nvSpPr>
        <dsp:cNvPr id="0" name=""/>
        <dsp:cNvSpPr/>
      </dsp:nvSpPr>
      <dsp:spPr>
        <a:xfrm>
          <a:off x="13280087" y="2942680"/>
          <a:ext cx="282428" cy="23330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CAE1D78-9CBB-4639-A0D4-66F25AFA866F}">
      <dsp:nvSpPr>
        <dsp:cNvPr id="0" name=""/>
        <dsp:cNvSpPr/>
      </dsp:nvSpPr>
      <dsp:spPr>
        <a:xfrm>
          <a:off x="14300516" y="4069079"/>
          <a:ext cx="1512296" cy="27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0" lvl="0" indent="0" algn="ctr" defTabSz="800100">
            <a:lnSpc>
              <a:spcPct val="90000"/>
            </a:lnSpc>
            <a:spcBef>
              <a:spcPct val="0"/>
            </a:spcBef>
            <a:spcAft>
              <a:spcPct val="35000"/>
            </a:spcAft>
            <a:buNone/>
          </a:pPr>
          <a:r>
            <a:rPr lang="es-ES" sz="1800" b="1" kern="1200" noProof="0" dirty="0"/>
            <a:t>Marzo/2025</a:t>
          </a:r>
        </a:p>
        <a:p>
          <a:pPr marL="0" lvl="0" indent="0" algn="ctr" defTabSz="800100">
            <a:lnSpc>
              <a:spcPct val="90000"/>
            </a:lnSpc>
            <a:spcBef>
              <a:spcPct val="0"/>
            </a:spcBef>
            <a:spcAft>
              <a:spcPct val="35000"/>
            </a:spcAft>
            <a:buNone/>
          </a:pPr>
          <a:endParaRPr lang="es-ES" sz="800" b="0" kern="1200" noProof="0" dirty="0"/>
        </a:p>
        <a:p>
          <a:pPr marL="0" lvl="0" indent="0" algn="ctr" defTabSz="800100">
            <a:lnSpc>
              <a:spcPct val="90000"/>
            </a:lnSpc>
            <a:spcBef>
              <a:spcPct val="0"/>
            </a:spcBef>
            <a:spcAft>
              <a:spcPct val="35000"/>
            </a:spcAft>
            <a:buNone/>
          </a:pPr>
          <a:r>
            <a:rPr lang="en-US" sz="1800" b="1" kern="1200" noProof="0" dirty="0" err="1"/>
            <a:t>Colapso</a:t>
          </a:r>
          <a:r>
            <a:rPr lang="en-US" sz="1800" b="1" kern="1200" noProof="0" dirty="0"/>
            <a:t> del </a:t>
          </a:r>
          <a:r>
            <a:rPr lang="en-US" sz="1800" b="1" kern="1200" noProof="0" dirty="0" err="1"/>
            <a:t>gobierno</a:t>
          </a:r>
          <a:endParaRPr lang="es-ES" sz="1800" b="1" kern="1200" noProof="0" dirty="0"/>
        </a:p>
      </dsp:txBody>
      <dsp:txXfrm>
        <a:off x="14300516" y="4069079"/>
        <a:ext cx="1512296" cy="2712720"/>
      </dsp:txXfrm>
    </dsp:sp>
    <dsp:sp modelId="{B0EC43D9-DA4A-4685-BFE0-8934AB1C961E}">
      <dsp:nvSpPr>
        <dsp:cNvPr id="0" name=""/>
        <dsp:cNvSpPr/>
      </dsp:nvSpPr>
      <dsp:spPr>
        <a:xfrm flipH="1">
          <a:off x="14798721" y="2859790"/>
          <a:ext cx="515884" cy="399081"/>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DED5F3-3099-454D-91E3-D5A63B55A82D}" type="datetimeFigureOut">
              <a:rPr lang="en-BS" smtClean="0"/>
              <a:t>09/28/2025</a:t>
            </a:fld>
            <a:endParaRPr lang="en-B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CA9DE2-5089-4AEC-BD72-2C623C18130C}" type="slidenum">
              <a:rPr lang="en-BS" smtClean="0"/>
              <a:t>‹#›</a:t>
            </a:fld>
            <a:endParaRPr lang="en-BS"/>
          </a:p>
        </p:txBody>
      </p:sp>
    </p:spTree>
    <p:extLst>
      <p:ext uri="{BB962C8B-B14F-4D97-AF65-F5344CB8AC3E}">
        <p14:creationId xmlns:p14="http://schemas.microsoft.com/office/powerpoint/2010/main" val="2419009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Esta presentación sienta las bases para comprender cómo la inteligencia de fuentes abiertas (OSINT) jugó un papel crucial en un importante escándalo político en Portugal. Al examinar las medidas adoptadas para recopilar información pública, podemos comprender cómo las transacciones comerciales privadas pueden derivar en crisis públicas. El caso ilustra el profundo impacto de la OSINT al revelar conexiones ocultas que pueden conducir al colapso gubernamental, destacando la importancia de la transparencia y la rendición de cuentas tanto en el sector público como en el privado.</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1</a:t>
            </a:fld>
            <a:endParaRPr lang="en-BS"/>
          </a:p>
        </p:txBody>
      </p:sp>
    </p:spTree>
    <p:extLst>
      <p:ext uri="{BB962C8B-B14F-4D97-AF65-F5344CB8AC3E}">
        <p14:creationId xmlns:p14="http://schemas.microsoft.com/office/powerpoint/2010/main" val="39007611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Pedro Vieira, ingeniero en ciberseguridad y experto en OSINT. Su diversa experiencia como desarrollador full-</a:t>
            </a:r>
            <a:r>
              <a:rPr lang="es-ES" dirty="0" err="1"/>
              <a:t>stack</a:t>
            </a:r>
            <a:r>
              <a:rPr lang="es-ES" dirty="0"/>
              <a:t> y orador lo posiciona de forma única para abordar la intersección entre la tecnología y la recopilación de inteligencia. Esta diapositiva destaca sus credenciales, estableciendo su autoridad en el tema y sentando las bases de las ideas que compartirá a lo largo de la presentación.</a:t>
            </a:r>
            <a:endParaRPr lang="en-US" dirty="0"/>
          </a:p>
        </p:txBody>
      </p:sp>
      <p:sp>
        <p:nvSpPr>
          <p:cNvPr id="4" name="Slide Number Placeholder 3"/>
          <p:cNvSpPr>
            <a:spLocks noGrp="1"/>
          </p:cNvSpPr>
          <p:nvPr>
            <p:ph type="sldNum" sz="quarter" idx="5"/>
          </p:nvPr>
        </p:nvSpPr>
        <p:spPr/>
        <p:txBody>
          <a:bodyPr/>
          <a:lstStyle/>
          <a:p>
            <a:fld id="{6BCA9DE2-5089-4AEC-BD72-2C623C18130C}" type="slidenum">
              <a:rPr lang="en-BS" smtClean="0"/>
              <a:t>2</a:t>
            </a:fld>
            <a:endParaRPr lang="en-BS"/>
          </a:p>
        </p:txBody>
      </p:sp>
    </p:spTree>
    <p:extLst>
      <p:ext uri="{BB962C8B-B14F-4D97-AF65-F5344CB8AC3E}">
        <p14:creationId xmlns:p14="http://schemas.microsoft.com/office/powerpoint/2010/main" val="23672253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Es crucial comprender las implicaciones éticas y los límites legales al recopilar información de fuentes abiertas. Este contexto ayudará a la audiencia a apreciar el uso responsable de las técnicas OSINT para descubrir información sin vulnerar la privacidad ni los derechos legales.</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3</a:t>
            </a:fld>
            <a:endParaRPr lang="en-BS"/>
          </a:p>
        </p:txBody>
      </p:sp>
    </p:spTree>
    <p:extLst>
      <p:ext uri="{BB962C8B-B14F-4D97-AF65-F5344CB8AC3E}">
        <p14:creationId xmlns:p14="http://schemas.microsoft.com/office/powerpoint/2010/main" val="3552422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21DA8-2756-669D-D9C6-706C92DFB5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A6C02-C1EA-952F-9E37-AF05B1963EC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F07B897-FE88-9E2D-93F6-BA17B89E2663}"/>
              </a:ext>
            </a:extLst>
          </p:cNvPr>
          <p:cNvSpPr>
            <a:spLocks noGrp="1"/>
          </p:cNvSpPr>
          <p:nvPr>
            <p:ph type="body" idx="1"/>
          </p:nvPr>
        </p:nvSpPr>
        <p:spPr/>
        <p:txBody>
          <a:bodyPr/>
          <a:lstStyle/>
          <a:p>
            <a:pPr>
              <a:buNone/>
            </a:pPr>
            <a:endParaRPr lang="en-BS" dirty="0"/>
          </a:p>
        </p:txBody>
      </p:sp>
      <p:sp>
        <p:nvSpPr>
          <p:cNvPr id="4" name="Slide Number Placeholder 3">
            <a:extLst>
              <a:ext uri="{FF2B5EF4-FFF2-40B4-BE49-F238E27FC236}">
                <a16:creationId xmlns:a16="http://schemas.microsoft.com/office/drawing/2014/main" id="{E5856F5C-8ECC-B2A6-147B-905817866F72}"/>
              </a:ext>
            </a:extLst>
          </p:cNvPr>
          <p:cNvSpPr>
            <a:spLocks noGrp="1"/>
          </p:cNvSpPr>
          <p:nvPr>
            <p:ph type="sldNum" sz="quarter" idx="5"/>
          </p:nvPr>
        </p:nvSpPr>
        <p:spPr/>
        <p:txBody>
          <a:bodyPr/>
          <a:lstStyle/>
          <a:p>
            <a:fld id="{6BCA9DE2-5089-4AEC-BD72-2C623C18130C}" type="slidenum">
              <a:rPr lang="en-BS" smtClean="0"/>
              <a:t>4</a:t>
            </a:fld>
            <a:endParaRPr lang="en-BS"/>
          </a:p>
        </p:txBody>
      </p:sp>
    </p:spTree>
    <p:extLst>
      <p:ext uri="{BB962C8B-B14F-4D97-AF65-F5344CB8AC3E}">
        <p14:creationId xmlns:p14="http://schemas.microsoft.com/office/powerpoint/2010/main" val="31546491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5</a:t>
            </a:fld>
            <a:endParaRPr lang="en-BS"/>
          </a:p>
        </p:txBody>
      </p:sp>
    </p:spTree>
    <p:extLst>
      <p:ext uri="{BB962C8B-B14F-4D97-AF65-F5344CB8AC3E}">
        <p14:creationId xmlns:p14="http://schemas.microsoft.com/office/powerpoint/2010/main" val="4239361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6</a:t>
            </a:fld>
            <a:endParaRPr lang="en-BS"/>
          </a:p>
        </p:txBody>
      </p:sp>
    </p:spTree>
    <p:extLst>
      <p:ext uri="{BB962C8B-B14F-4D97-AF65-F5344CB8AC3E}">
        <p14:creationId xmlns:p14="http://schemas.microsoft.com/office/powerpoint/2010/main" val="37200705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Esta diapositiva define la inteligencia de fuentes abiertas, destacando su papel en la recopilación de información útil de fuentes públicas. Destaca diversas plataformas para la recopilación de información, como sitios web gubernamentales y redes sociales. Comprender estas fuentes es fundamental para que el público comprenda cómo se puede utilizar OSINT eficazmente en situaciones reales.</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7</a:t>
            </a:fld>
            <a:endParaRPr lang="en-BS"/>
          </a:p>
        </p:txBody>
      </p:sp>
    </p:spTree>
    <p:extLst>
      <p:ext uri="{BB962C8B-B14F-4D97-AF65-F5344CB8AC3E}">
        <p14:creationId xmlns:p14="http://schemas.microsoft.com/office/powerpoint/2010/main" val="1155529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Aquí nos centramos en la participación del Primer Ministro en el escándalo. Esta diapositiva sirve de transición para analizar a individuos específicos y su papel en los acontecimientos. Al destacar al Primer Ministro, preparamos el terreno para una exploración más profunda de las conexiones e implicaciones de la información recopilada mediante OSINT.</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8</a:t>
            </a:fld>
            <a:endParaRPr lang="en-BS"/>
          </a:p>
        </p:txBody>
      </p:sp>
    </p:spTree>
    <p:extLst>
      <p:ext uri="{BB962C8B-B14F-4D97-AF65-F5344CB8AC3E}">
        <p14:creationId xmlns:p14="http://schemas.microsoft.com/office/powerpoint/2010/main" val="4401626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Esta diapositiva presenta el Portal del Gobierno, un recurso clave para recopilar información sobre funcionarios gubernamentales y sus actividades. Destaca la importancia de examinar administraciones y funcionarios anteriores, lo cual puede proporcionar el contexto y los antecedentes necesarios para comprender la situación actual. Este enfoque subraya el valor de los datos históricos en las investigaciones de OSINT.</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9</a:t>
            </a:fld>
            <a:endParaRPr lang="en-BS"/>
          </a:p>
        </p:txBody>
      </p:sp>
    </p:spTree>
    <p:extLst>
      <p:ext uri="{BB962C8B-B14F-4D97-AF65-F5344CB8AC3E}">
        <p14:creationId xmlns:p14="http://schemas.microsoft.com/office/powerpoint/2010/main" val="38463016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En esta diapositiva, profundizamos en la trayectoria de Luís Montenegro, proporcionando información personal y profesional detallada. Estos datos son cruciales para comprender su influencia y sus conexiones en el panorama político. La pista anima al público a considerar cómo cada dato puede conducir a nuevas perspectivas, reforzando el carácter investigativo de la OSINT.</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10</a:t>
            </a:fld>
            <a:endParaRPr lang="en-BS"/>
          </a:p>
        </p:txBody>
      </p:sp>
    </p:spTree>
    <p:extLst>
      <p:ext uri="{BB962C8B-B14F-4D97-AF65-F5344CB8AC3E}">
        <p14:creationId xmlns:p14="http://schemas.microsoft.com/office/powerpoint/2010/main" val="35661735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Esta diapositiva destaca el Portal de la Asamblea de la República, esencial para el seguimiento del registro de intereses entre los políticos. Comprender estos intereses puede revelar posibles conflictos y motivaciones detrás de las acciones políticas. Este recurso es vital para quienes buscan realizar investigaciones OSINT exhaustivas sobre funcionarios públicos.</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11</a:t>
            </a:fld>
            <a:endParaRPr lang="en-BS"/>
          </a:p>
        </p:txBody>
      </p:sp>
    </p:spTree>
    <p:extLst>
      <p:ext uri="{BB962C8B-B14F-4D97-AF65-F5344CB8AC3E}">
        <p14:creationId xmlns:p14="http://schemas.microsoft.com/office/powerpoint/2010/main" val="39221543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3C306-6BC0-21AA-C591-53FBF5CA60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E87386-DD3B-ACAF-6AED-0585182F5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5D1BE2-2A58-64D1-8AB3-82E609E7F308}"/>
              </a:ext>
            </a:extLst>
          </p:cNvPr>
          <p:cNvSpPr>
            <a:spLocks noGrp="1"/>
          </p:cNvSpPr>
          <p:nvPr>
            <p:ph type="body" idx="1"/>
          </p:nvPr>
        </p:nvSpPr>
        <p:spPr/>
        <p:txBody>
          <a:bodyPr/>
          <a:lstStyle/>
          <a:p>
            <a:pPr>
              <a:buNone/>
            </a:pPr>
            <a:r>
              <a:rPr lang="es-ES" dirty="0"/>
              <a:t>Siguiendo con el perfil de Luís Montenegro, esta diapositiva ofrece detalles adicionales sobre su trayectoria profesional y política. La exhaustividad de esta información permite al público ver las conexiones entre sus funciones y las implicaciones más amplias de sus acciones. Esta pista invita a una investigación más profunda de sus vínculos familiares y empresariales, lo cual puede ser crucial en el análisis OSINT.</a:t>
            </a:r>
            <a:endParaRPr lang="en-BS" dirty="0"/>
          </a:p>
        </p:txBody>
      </p:sp>
      <p:sp>
        <p:nvSpPr>
          <p:cNvPr id="4" name="Slide Number Placeholder 3">
            <a:extLst>
              <a:ext uri="{FF2B5EF4-FFF2-40B4-BE49-F238E27FC236}">
                <a16:creationId xmlns:a16="http://schemas.microsoft.com/office/drawing/2014/main" id="{17805AC5-842E-9620-6CD0-31E3963C36C2}"/>
              </a:ext>
            </a:extLst>
          </p:cNvPr>
          <p:cNvSpPr>
            <a:spLocks noGrp="1"/>
          </p:cNvSpPr>
          <p:nvPr>
            <p:ph type="sldNum" sz="quarter" idx="5"/>
          </p:nvPr>
        </p:nvSpPr>
        <p:spPr/>
        <p:txBody>
          <a:bodyPr/>
          <a:lstStyle/>
          <a:p>
            <a:fld id="{6BCA9DE2-5089-4AEC-BD72-2C623C18130C}" type="slidenum">
              <a:rPr lang="en-BS" smtClean="0"/>
              <a:t>12</a:t>
            </a:fld>
            <a:endParaRPr lang="en-BS"/>
          </a:p>
        </p:txBody>
      </p:sp>
    </p:spTree>
    <p:extLst>
      <p:ext uri="{BB962C8B-B14F-4D97-AF65-F5344CB8AC3E}">
        <p14:creationId xmlns:p14="http://schemas.microsoft.com/office/powerpoint/2010/main" val="28097306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Esta diapositiva presenta información del «Diário da República Eletrónico», una publicación clave para anuncios legales y gubernamentales. Sirve como recordatorio de la importancia de los registros oficiales en OSINT, ya que pueden proporcionar información verificada sobre personas y organizaciones involucradas en asuntos públicos. Este contexto es esencial para comprender la legitimidad de los datos analizados.</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13</a:t>
            </a:fld>
            <a:endParaRPr lang="en-BS"/>
          </a:p>
        </p:txBody>
      </p:sp>
    </p:spTree>
    <p:extLst>
      <p:ext uri="{BB962C8B-B14F-4D97-AF65-F5344CB8AC3E}">
        <p14:creationId xmlns:p14="http://schemas.microsoft.com/office/powerpoint/2010/main" val="3534400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E6199-137A-6CC5-BE1A-23EE55A0A5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31CD78-92E8-1239-31E5-186BAA0EE9D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FBE6D00-29C6-3239-B430-ECC997FC6599}"/>
              </a:ext>
            </a:extLst>
          </p:cNvPr>
          <p:cNvSpPr>
            <a:spLocks noGrp="1"/>
          </p:cNvSpPr>
          <p:nvPr>
            <p:ph type="body" idx="1"/>
          </p:nvPr>
        </p:nvSpPr>
        <p:spPr/>
        <p:txBody>
          <a:bodyPr/>
          <a:lstStyle/>
          <a:p>
            <a:pPr>
              <a:buNone/>
            </a:pPr>
            <a:r>
              <a:rPr lang="es-ES" dirty="0"/>
              <a:t>Aquí enumeramos varias empresas asociadas con Luís Montenegro, enfatizando la importancia de las conexiones corporativas en las investigaciones de OSINT. Comprender las relaciones entre las personas y sus intereses comerciales puede revelar posibles conflictos de intereses y agendas ocultas. Esta pista anima al público a considerar cómo estas conexiones pueden conducir a nuevas investigaciones.</a:t>
            </a:r>
            <a:endParaRPr lang="en-BS" dirty="0"/>
          </a:p>
        </p:txBody>
      </p:sp>
      <p:sp>
        <p:nvSpPr>
          <p:cNvPr id="4" name="Slide Number Placeholder 3">
            <a:extLst>
              <a:ext uri="{FF2B5EF4-FFF2-40B4-BE49-F238E27FC236}">
                <a16:creationId xmlns:a16="http://schemas.microsoft.com/office/drawing/2014/main" id="{60310641-9792-4D24-2E31-0BD6673A6E83}"/>
              </a:ext>
            </a:extLst>
          </p:cNvPr>
          <p:cNvSpPr>
            <a:spLocks noGrp="1"/>
          </p:cNvSpPr>
          <p:nvPr>
            <p:ph type="sldNum" sz="quarter" idx="5"/>
          </p:nvPr>
        </p:nvSpPr>
        <p:spPr/>
        <p:txBody>
          <a:bodyPr/>
          <a:lstStyle/>
          <a:p>
            <a:fld id="{6BCA9DE2-5089-4AEC-BD72-2C623C18130C}" type="slidenum">
              <a:rPr lang="en-BS" smtClean="0"/>
              <a:t>14</a:t>
            </a:fld>
            <a:endParaRPr lang="en-BS"/>
          </a:p>
        </p:txBody>
      </p:sp>
    </p:spTree>
    <p:extLst>
      <p:ext uri="{BB962C8B-B14F-4D97-AF65-F5344CB8AC3E}">
        <p14:creationId xmlns:p14="http://schemas.microsoft.com/office/powerpoint/2010/main" val="34473259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Esta diapositiva se centra en el Ministerio de Justicia y su papel en la publicación de actos jurídicos corporativos. Destaca la importancia de la documentación legal en la OSINT, ya que estos registros pueden proporcionar información sobre las operaciones y afiliaciones de diversas entidades. Esta información es crucial para obtener una visión completa del panorama político y de sus integrantes.</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15</a:t>
            </a:fld>
            <a:endParaRPr lang="en-BS"/>
          </a:p>
        </p:txBody>
      </p:sp>
    </p:spTree>
    <p:extLst>
      <p:ext uri="{BB962C8B-B14F-4D97-AF65-F5344CB8AC3E}">
        <p14:creationId xmlns:p14="http://schemas.microsoft.com/office/powerpoint/2010/main" val="23635870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Siguiendo con el enfoque en SP&amp;M, esta diapositiva proporciona detalles específicos sobre el bufete de abogados asociado con Luís Montenegro. Comprender la estructura y la propiedad de estos bufetes puede revelar importantes conexiones e influencia en el ámbito legal y político. Este contexto es vital para que el público comprenda las implicaciones de estas relaciones en la investigación más amplia.</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16</a:t>
            </a:fld>
            <a:endParaRPr lang="en-BS"/>
          </a:p>
        </p:txBody>
      </p:sp>
    </p:spTree>
    <p:extLst>
      <p:ext uri="{BB962C8B-B14F-4D97-AF65-F5344CB8AC3E}">
        <p14:creationId xmlns:p14="http://schemas.microsoft.com/office/powerpoint/2010/main" val="5089618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24A7B-4379-EF44-7EDA-3E6D36A08A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8A118-1364-2B59-2E13-5228C38E6E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F15C85A-24C3-DE14-98F5-22654B2275F4}"/>
              </a:ext>
            </a:extLst>
          </p:cNvPr>
          <p:cNvSpPr>
            <a:spLocks noGrp="1"/>
          </p:cNvSpPr>
          <p:nvPr>
            <p:ph type="body" idx="1"/>
          </p:nvPr>
        </p:nvSpPr>
        <p:spPr/>
        <p:txBody>
          <a:bodyPr/>
          <a:lstStyle/>
          <a:p>
            <a:pPr>
              <a:buNone/>
            </a:pPr>
            <a:r>
              <a:rPr lang="es-ES" dirty="0"/>
              <a:t>Esta diapositiva reitera información personal clave sobre Luís Montenegro, incluyendo su estado civil y dirección. Estos detalles pueden ser significativos en OSINT, ya que pueden ayudar a descubrir conexiones o a comprender mejor la vida de un individuo. La pista enfatiza la singularidad de la dirección, lo que sugiere que podría ser un punto focal para una mayor investigación.</a:t>
            </a:r>
            <a:endParaRPr lang="en-BS" dirty="0"/>
          </a:p>
        </p:txBody>
      </p:sp>
      <p:sp>
        <p:nvSpPr>
          <p:cNvPr id="4" name="Slide Number Placeholder 3">
            <a:extLst>
              <a:ext uri="{FF2B5EF4-FFF2-40B4-BE49-F238E27FC236}">
                <a16:creationId xmlns:a16="http://schemas.microsoft.com/office/drawing/2014/main" id="{5787A4D7-7F48-8FB8-4DEA-C3AFB8662C53}"/>
              </a:ext>
            </a:extLst>
          </p:cNvPr>
          <p:cNvSpPr>
            <a:spLocks noGrp="1"/>
          </p:cNvSpPr>
          <p:nvPr>
            <p:ph type="sldNum" sz="quarter" idx="5"/>
          </p:nvPr>
        </p:nvSpPr>
        <p:spPr/>
        <p:txBody>
          <a:bodyPr/>
          <a:lstStyle/>
          <a:p>
            <a:fld id="{6BCA9DE2-5089-4AEC-BD72-2C623C18130C}" type="slidenum">
              <a:rPr lang="en-BS" smtClean="0"/>
              <a:t>17</a:t>
            </a:fld>
            <a:endParaRPr lang="en-BS"/>
          </a:p>
        </p:txBody>
      </p:sp>
    </p:spTree>
    <p:extLst>
      <p:ext uri="{BB962C8B-B14F-4D97-AF65-F5344CB8AC3E}">
        <p14:creationId xmlns:p14="http://schemas.microsoft.com/office/powerpoint/2010/main" val="16151483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En este artículo, repasamos el bufete de abogados SP&amp;M, brindando contexto adicional sobre sus operaciones y nombres anteriores. Esta información es esencial para comprender la historia del bufete y su posible influencia en asuntos políticos. Esta sugerencia anima al público a considerar las implicaciones de compartir domicilios entre empresas, lo que puede indicar conexiones más profundas.</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18</a:t>
            </a:fld>
            <a:endParaRPr lang="en-BS"/>
          </a:p>
        </p:txBody>
      </p:sp>
    </p:spTree>
    <p:extLst>
      <p:ext uri="{BB962C8B-B14F-4D97-AF65-F5344CB8AC3E}">
        <p14:creationId xmlns:p14="http://schemas.microsoft.com/office/powerpoint/2010/main" val="17010226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Esta diapositiva continúa explorando el bufete de abogados SP&amp;M, centrándose en sus socios y sus funciones. Al examinar a las personas involucradas, podemos comprender mejor la influencia y las conexiones del bufete en el panorama político. La sugerencia de usar herramientas de archivo como </a:t>
            </a:r>
            <a:r>
              <a:rPr lang="es-ES" dirty="0" err="1"/>
              <a:t>Wayback</a:t>
            </a:r>
            <a:r>
              <a:rPr lang="es-ES" dirty="0"/>
              <a:t> Machine sugiere un enfoque proactivo para descubrir datos históricos relevantes para la investigación.</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19</a:t>
            </a:fld>
            <a:endParaRPr lang="en-BS"/>
          </a:p>
        </p:txBody>
      </p:sp>
    </p:spTree>
    <p:extLst>
      <p:ext uri="{BB962C8B-B14F-4D97-AF65-F5344CB8AC3E}">
        <p14:creationId xmlns:p14="http://schemas.microsoft.com/office/powerpoint/2010/main" val="39956358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122EB-142F-14FB-EA43-3C124DBC76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47A9D0-60CD-25BA-A8C1-E9D82AFF2B5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A8DF683-4453-64C4-02B8-7A19DBA68892}"/>
              </a:ext>
            </a:extLst>
          </p:cNvPr>
          <p:cNvSpPr>
            <a:spLocks noGrp="1"/>
          </p:cNvSpPr>
          <p:nvPr>
            <p:ph type="body" idx="1"/>
          </p:nvPr>
        </p:nvSpPr>
        <p:spPr/>
        <p:txBody>
          <a:bodyPr/>
          <a:lstStyle/>
          <a:p>
            <a:pPr>
              <a:buNone/>
            </a:pPr>
            <a:r>
              <a:rPr lang="es-ES" dirty="0"/>
              <a:t>Volviendo a Luís Montenegro, esta diapositiva ofrece una visión general de su trayectoria personal y profesional. La información detallada permite al público comprender su influencia y sus conexiones en el ámbito político. Esta pista fomenta un análisis exhaustivo de todos los datos disponibles, lo que refuerza el carácter investigativo de la OSINT.</a:t>
            </a:r>
            <a:endParaRPr lang="en-BS" dirty="0"/>
          </a:p>
        </p:txBody>
      </p:sp>
      <p:sp>
        <p:nvSpPr>
          <p:cNvPr id="4" name="Slide Number Placeholder 3">
            <a:extLst>
              <a:ext uri="{FF2B5EF4-FFF2-40B4-BE49-F238E27FC236}">
                <a16:creationId xmlns:a16="http://schemas.microsoft.com/office/drawing/2014/main" id="{112A9E37-78FF-D016-E5F9-0F027AD9674F}"/>
              </a:ext>
            </a:extLst>
          </p:cNvPr>
          <p:cNvSpPr>
            <a:spLocks noGrp="1"/>
          </p:cNvSpPr>
          <p:nvPr>
            <p:ph type="sldNum" sz="quarter" idx="5"/>
          </p:nvPr>
        </p:nvSpPr>
        <p:spPr/>
        <p:txBody>
          <a:bodyPr/>
          <a:lstStyle/>
          <a:p>
            <a:fld id="{6BCA9DE2-5089-4AEC-BD72-2C623C18130C}" type="slidenum">
              <a:rPr lang="en-BS" smtClean="0"/>
              <a:t>20</a:t>
            </a:fld>
            <a:endParaRPr lang="en-BS"/>
          </a:p>
        </p:txBody>
      </p:sp>
    </p:spTree>
    <p:extLst>
      <p:ext uri="{BB962C8B-B14F-4D97-AF65-F5344CB8AC3E}">
        <p14:creationId xmlns:p14="http://schemas.microsoft.com/office/powerpoint/2010/main" val="80335004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Esta diapositiva presenta el "Portal BASE", un recurso crucial para acceder a información sobre contratos públicos. Comprender cómo navegar por estas bases de datos es esencial para realizar investigaciones OSINT eficaces. Este recurso puede proporcionar información sobre el gasto público y las relaciones entre funcionarios públicos y entidades privadas.</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21</a:t>
            </a:fld>
            <a:endParaRPr lang="en-BS"/>
          </a:p>
        </p:txBody>
      </p:sp>
    </p:spTree>
    <p:extLst>
      <p:ext uri="{BB962C8B-B14F-4D97-AF65-F5344CB8AC3E}">
        <p14:creationId xmlns:p14="http://schemas.microsoft.com/office/powerpoint/2010/main" val="6754334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Aquí presentamos un resumen de los contratos públicos asociados con diversas entidades, incluyendo sus valores monetarios. Estos datos son vitales para comprender las relaciones financieras entre el gobierno y las empresas privadas. El análisis de estos contratos pone de relieve la posibilidad de conflictos de intereses y la importancia de la transparencia en las relaciones públicas.</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22</a:t>
            </a:fld>
            <a:endParaRPr lang="en-BS"/>
          </a:p>
        </p:txBody>
      </p:sp>
    </p:spTree>
    <p:extLst>
      <p:ext uri="{BB962C8B-B14F-4D97-AF65-F5344CB8AC3E}">
        <p14:creationId xmlns:p14="http://schemas.microsoft.com/office/powerpoint/2010/main" val="1649526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Esta diapositiva se centra en Luimonteago, Lda., y proporciona información esencial sobre la empresa. Comprender las operaciones y afiliaciones de estas entidades es crucial para las investigaciones de OSINT, ya que pueden revelar conexiones con funcionarios públicos y sus intereses. Este contexto ayuda a la audiencia a comprender las implicaciones más amplias de las relaciones corporativas en los escándalos políticos.</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23</a:t>
            </a:fld>
            <a:endParaRPr lang="en-BS"/>
          </a:p>
        </p:txBody>
      </p:sp>
    </p:spTree>
    <p:extLst>
      <p:ext uri="{BB962C8B-B14F-4D97-AF65-F5344CB8AC3E}">
        <p14:creationId xmlns:p14="http://schemas.microsoft.com/office/powerpoint/2010/main" val="5993048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Siguiendo con Oliveiras Gold de Portugal, esta diapositiva proporciona detalles clave sobre la empresa. Al igual que en diapositivas anteriores, comprender las conexiones entre empresas y funcionarios públicos es esencial para descubrir posibles conflictos de intereses. Esta información refuerza la importancia de realizar investigaciones exhaustivas en OSINT.</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24</a:t>
            </a:fld>
            <a:endParaRPr lang="en-BS"/>
          </a:p>
        </p:txBody>
      </p:sp>
    </p:spTree>
    <p:extLst>
      <p:ext uri="{BB962C8B-B14F-4D97-AF65-F5344CB8AC3E}">
        <p14:creationId xmlns:p14="http://schemas.microsoft.com/office/powerpoint/2010/main" val="11832234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Esta diapositiva hace referencia a Semanario </a:t>
            </a:r>
            <a:r>
              <a:rPr lang="es-ES" dirty="0" err="1"/>
              <a:t>Expresso</a:t>
            </a:r>
            <a:r>
              <a:rPr lang="es-ES" dirty="0"/>
              <a:t>, una publicación que puede aportar contexto o información adicional sobre la investigación en curso. El hecho de destacar las fuentes de los medios de comunicación enfatiza el papel del periodismo en el descubrimiento de escándalos públicos y la importancia de contrastar información de diversos medios en la OSINT.</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25</a:t>
            </a:fld>
            <a:endParaRPr lang="en-BS"/>
          </a:p>
        </p:txBody>
      </p:sp>
    </p:spTree>
    <p:extLst>
      <p:ext uri="{BB962C8B-B14F-4D97-AF65-F5344CB8AC3E}">
        <p14:creationId xmlns:p14="http://schemas.microsoft.com/office/powerpoint/2010/main" val="159007312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7742D-6E24-6390-9167-C2286D813D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622C01-A78E-7530-2DFE-AA64EB65667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3770660-73C4-8179-B79D-104362862D77}"/>
              </a:ext>
            </a:extLst>
          </p:cNvPr>
          <p:cNvSpPr>
            <a:spLocks noGrp="1"/>
          </p:cNvSpPr>
          <p:nvPr>
            <p:ph type="body" idx="1"/>
          </p:nvPr>
        </p:nvSpPr>
        <p:spPr/>
        <p:txBody>
          <a:bodyPr/>
          <a:lstStyle/>
          <a:p>
            <a:pPr>
              <a:buNone/>
            </a:pPr>
            <a:r>
              <a:rPr lang="es-ES" dirty="0"/>
              <a:t>Aquí enumeramos varias empresas asociadas con Luís Montenegro, enfatizando la importancia de las conexiones corporativas en las investigaciones de OSINT. Comprender las relaciones entre las personas y sus intereses comerciales puede revelar posibles conflictos de intereses y agendas ocultas. Esta pista anima al público a considerar cómo estas conexiones pueden conducir a nuevas investigaciones.</a:t>
            </a:r>
            <a:endParaRPr lang="en-BS" dirty="0"/>
          </a:p>
        </p:txBody>
      </p:sp>
      <p:sp>
        <p:nvSpPr>
          <p:cNvPr id="4" name="Slide Number Placeholder 3">
            <a:extLst>
              <a:ext uri="{FF2B5EF4-FFF2-40B4-BE49-F238E27FC236}">
                <a16:creationId xmlns:a16="http://schemas.microsoft.com/office/drawing/2014/main" id="{1BD8730A-2AA2-55C5-2979-120D670FCFB6}"/>
              </a:ext>
            </a:extLst>
          </p:cNvPr>
          <p:cNvSpPr>
            <a:spLocks noGrp="1"/>
          </p:cNvSpPr>
          <p:nvPr>
            <p:ph type="sldNum" sz="quarter" idx="5"/>
          </p:nvPr>
        </p:nvSpPr>
        <p:spPr/>
        <p:txBody>
          <a:bodyPr/>
          <a:lstStyle/>
          <a:p>
            <a:fld id="{6BCA9DE2-5089-4AEC-BD72-2C623C18130C}" type="slidenum">
              <a:rPr lang="en-BS" smtClean="0"/>
              <a:t>26</a:t>
            </a:fld>
            <a:endParaRPr lang="en-BS"/>
          </a:p>
        </p:txBody>
      </p:sp>
    </p:spTree>
    <p:extLst>
      <p:ext uri="{BB962C8B-B14F-4D97-AF65-F5344CB8AC3E}">
        <p14:creationId xmlns:p14="http://schemas.microsoft.com/office/powerpoint/2010/main" val="330642824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Esta diapositiva se centra en </a:t>
            </a:r>
            <a:r>
              <a:rPr lang="es-ES" dirty="0" err="1"/>
              <a:t>Spinumviva</a:t>
            </a:r>
            <a:r>
              <a:rPr lang="es-ES" dirty="0"/>
              <a:t>, Lda., y proporciona información esencial sobre la empresa. Al igual que en diapositivas anteriores, comprender las operaciones y afiliaciones de estas entidades es crucial para las investigaciones de OSINT, ya que pueden revelar conexiones con funcionarios públicos y sus intereses. Este contexto ayuda al público a comprender las implicaciones más amplias de las relaciones corporativas en los escándalos políticos.</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27</a:t>
            </a:fld>
            <a:endParaRPr lang="en-BS"/>
          </a:p>
        </p:txBody>
      </p:sp>
    </p:spTree>
    <p:extLst>
      <p:ext uri="{BB962C8B-B14F-4D97-AF65-F5344CB8AC3E}">
        <p14:creationId xmlns:p14="http://schemas.microsoft.com/office/powerpoint/2010/main" val="2343094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AAC3C-ACAC-050B-2122-306341F4B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759281-9E36-3F46-5194-B895BB6E874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131C6D2-C39C-E592-562D-17D502F9D867}"/>
              </a:ext>
            </a:extLst>
          </p:cNvPr>
          <p:cNvSpPr>
            <a:spLocks noGrp="1"/>
          </p:cNvSpPr>
          <p:nvPr>
            <p:ph type="body" idx="1"/>
          </p:nvPr>
        </p:nvSpPr>
        <p:spPr/>
        <p:txBody>
          <a:bodyPr/>
          <a:lstStyle/>
          <a:p>
            <a:pPr>
              <a:buNone/>
            </a:pPr>
            <a:r>
              <a:rPr lang="es-ES" dirty="0"/>
              <a:t>Volviendo a </a:t>
            </a:r>
            <a:r>
              <a:rPr lang="es-ES" dirty="0" err="1"/>
              <a:t>Spinumviva</a:t>
            </a:r>
            <a:r>
              <a:rPr lang="es-ES" dirty="0"/>
              <a:t>, esta diapositiva presenta una cronología de eventos significativos relacionados con la empresa. Comprender estos hitos puede ayudar a la audiencia a comprender la evolución de la empresa y sus posibles conexiones con funcionarios públicos. La sugerencia fomenta un enfoque proactivo en la recopilación de información, enfatizando la importancia de realizar investigaciones exhaustivas en OSINT.</a:t>
            </a:r>
            <a:endParaRPr lang="en-BS" dirty="0"/>
          </a:p>
        </p:txBody>
      </p:sp>
      <p:sp>
        <p:nvSpPr>
          <p:cNvPr id="4" name="Slide Number Placeholder 3">
            <a:extLst>
              <a:ext uri="{FF2B5EF4-FFF2-40B4-BE49-F238E27FC236}">
                <a16:creationId xmlns:a16="http://schemas.microsoft.com/office/drawing/2014/main" id="{38969CFA-D995-BF5C-6F85-447C20BCA1EA}"/>
              </a:ext>
            </a:extLst>
          </p:cNvPr>
          <p:cNvSpPr>
            <a:spLocks noGrp="1"/>
          </p:cNvSpPr>
          <p:nvPr>
            <p:ph type="sldNum" sz="quarter" idx="5"/>
          </p:nvPr>
        </p:nvSpPr>
        <p:spPr/>
        <p:txBody>
          <a:bodyPr/>
          <a:lstStyle/>
          <a:p>
            <a:fld id="{6BCA9DE2-5089-4AEC-BD72-2C623C18130C}" type="slidenum">
              <a:rPr lang="en-BS" smtClean="0"/>
              <a:t>28</a:t>
            </a:fld>
            <a:endParaRPr lang="en-BS"/>
          </a:p>
        </p:txBody>
      </p:sp>
    </p:spTree>
    <p:extLst>
      <p:ext uri="{BB962C8B-B14F-4D97-AF65-F5344CB8AC3E}">
        <p14:creationId xmlns:p14="http://schemas.microsoft.com/office/powerpoint/2010/main" val="28889671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En este artículo, repasamos </a:t>
            </a:r>
            <a:r>
              <a:rPr lang="es-ES" dirty="0" err="1"/>
              <a:t>Spinumviva</a:t>
            </a:r>
            <a:r>
              <a:rPr lang="es-ES" dirty="0"/>
              <a:t> y resumimos detalles clave de la empresa. Esta diapositiva sirve como recordatorio de las diversas entidades involucradas y su posible influencia en asuntos políticos. Se anima a la audiencia a considerar cómo estas relaciones pueden dar lugar a nuevas investigaciones, reforzando así el carácter investigativo de la OSINT.</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29</a:t>
            </a:fld>
            <a:endParaRPr lang="en-BS"/>
          </a:p>
        </p:txBody>
      </p:sp>
    </p:spTree>
    <p:extLst>
      <p:ext uri="{BB962C8B-B14F-4D97-AF65-F5344CB8AC3E}">
        <p14:creationId xmlns:p14="http://schemas.microsoft.com/office/powerpoint/2010/main" val="40676773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A121B-1752-9C95-7911-321E22667F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0F7E04-63FA-8C18-8A11-FC310CDBE79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F7615FF-0902-0EA3-B2EF-858E5710625B}"/>
              </a:ext>
            </a:extLst>
          </p:cNvPr>
          <p:cNvSpPr>
            <a:spLocks noGrp="1"/>
          </p:cNvSpPr>
          <p:nvPr>
            <p:ph type="body" idx="1"/>
          </p:nvPr>
        </p:nvSpPr>
        <p:spPr/>
        <p:txBody>
          <a:bodyPr/>
          <a:lstStyle/>
          <a:p>
            <a:pPr>
              <a:buNone/>
            </a:pPr>
            <a:r>
              <a:rPr lang="es-ES" dirty="0"/>
              <a:t>Esta diapositiva ofrece una visión general de la trayectoria personal y profesional de Luís Montenegro, incluyendo su información de contacto. Comprender sus conexiones e influencia es crucial para que el público comprenda las implicaciones más amplias de la investigación. La sugerencia anima al público a considerar cómo la automatización puede agilizar el proceso de recopilación y análisis de información.</a:t>
            </a:r>
            <a:endParaRPr lang="en-BS" dirty="0"/>
          </a:p>
        </p:txBody>
      </p:sp>
      <p:sp>
        <p:nvSpPr>
          <p:cNvPr id="4" name="Slide Number Placeholder 3">
            <a:extLst>
              <a:ext uri="{FF2B5EF4-FFF2-40B4-BE49-F238E27FC236}">
                <a16:creationId xmlns:a16="http://schemas.microsoft.com/office/drawing/2014/main" id="{BD2A852F-8EF6-9345-1D69-E73191057749}"/>
              </a:ext>
            </a:extLst>
          </p:cNvPr>
          <p:cNvSpPr>
            <a:spLocks noGrp="1"/>
          </p:cNvSpPr>
          <p:nvPr>
            <p:ph type="sldNum" sz="quarter" idx="5"/>
          </p:nvPr>
        </p:nvSpPr>
        <p:spPr/>
        <p:txBody>
          <a:bodyPr/>
          <a:lstStyle/>
          <a:p>
            <a:fld id="{6BCA9DE2-5089-4AEC-BD72-2C623C18130C}" type="slidenum">
              <a:rPr lang="en-BS" smtClean="0"/>
              <a:t>30</a:t>
            </a:fld>
            <a:endParaRPr lang="en-BS"/>
          </a:p>
        </p:txBody>
      </p:sp>
    </p:spTree>
    <p:extLst>
      <p:ext uri="{BB962C8B-B14F-4D97-AF65-F5344CB8AC3E}">
        <p14:creationId xmlns:p14="http://schemas.microsoft.com/office/powerpoint/2010/main" val="410265061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B44C7-2038-810D-6828-50FCCFD09F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309AF3-8ABE-FB82-DE46-1DE6A8E4B0A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332EA9-208B-A257-AD82-BF6CA157C64B}"/>
              </a:ext>
            </a:extLst>
          </p:cNvPr>
          <p:cNvSpPr>
            <a:spLocks noGrp="1"/>
          </p:cNvSpPr>
          <p:nvPr>
            <p:ph type="body" idx="1"/>
          </p:nvPr>
        </p:nvSpPr>
        <p:spPr/>
        <p:txBody>
          <a:bodyPr/>
          <a:lstStyle/>
          <a:p>
            <a:pPr>
              <a:buNone/>
            </a:pPr>
            <a:r>
              <a:rPr lang="es-ES" dirty="0"/>
              <a:t>Esta diapositiva ofrece una visión general de la trayectoria personal y profesional de Luís Montenegro, incluyendo su información de contacto. Comprender sus conexiones e influencia es crucial para que el público comprenda las implicaciones más amplias de la investigación. La sugerencia anima al público a considerar cómo la automatización puede agilizar el proceso de recopilación y análisis de información.</a:t>
            </a:r>
            <a:endParaRPr lang="en-BS" dirty="0"/>
          </a:p>
        </p:txBody>
      </p:sp>
      <p:sp>
        <p:nvSpPr>
          <p:cNvPr id="4" name="Slide Number Placeholder 3">
            <a:extLst>
              <a:ext uri="{FF2B5EF4-FFF2-40B4-BE49-F238E27FC236}">
                <a16:creationId xmlns:a16="http://schemas.microsoft.com/office/drawing/2014/main" id="{721927F8-E389-4D82-90ED-52665BB124B4}"/>
              </a:ext>
            </a:extLst>
          </p:cNvPr>
          <p:cNvSpPr>
            <a:spLocks noGrp="1"/>
          </p:cNvSpPr>
          <p:nvPr>
            <p:ph type="sldNum" sz="quarter" idx="5"/>
          </p:nvPr>
        </p:nvSpPr>
        <p:spPr/>
        <p:txBody>
          <a:bodyPr/>
          <a:lstStyle/>
          <a:p>
            <a:fld id="{6BCA9DE2-5089-4AEC-BD72-2C623C18130C}" type="slidenum">
              <a:rPr lang="en-BS" smtClean="0"/>
              <a:t>31</a:t>
            </a:fld>
            <a:endParaRPr lang="en-BS"/>
          </a:p>
        </p:txBody>
      </p:sp>
    </p:spTree>
    <p:extLst>
      <p:ext uri="{BB962C8B-B14F-4D97-AF65-F5344CB8AC3E}">
        <p14:creationId xmlns:p14="http://schemas.microsoft.com/office/powerpoint/2010/main" val="142582644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AC1E6-C14F-6B16-9B53-D752A29E6D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F0DC2-7A94-4790-F564-75A14DFE0F9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74E0407-5825-9D8D-5B5A-973D108413A1}"/>
              </a:ext>
            </a:extLst>
          </p:cNvPr>
          <p:cNvSpPr>
            <a:spLocks noGrp="1"/>
          </p:cNvSpPr>
          <p:nvPr>
            <p:ph type="body" idx="1"/>
          </p:nvPr>
        </p:nvSpPr>
        <p:spPr/>
        <p:txBody>
          <a:bodyPr/>
          <a:lstStyle/>
          <a:p>
            <a:pPr>
              <a:buNone/>
            </a:pPr>
            <a:r>
              <a:rPr lang="es-ES" dirty="0"/>
              <a:t>Esta diapositiva continúa detallando </a:t>
            </a:r>
            <a:r>
              <a:rPr lang="es-ES" dirty="0" err="1"/>
              <a:t>Spinumviva</a:t>
            </a:r>
            <a:r>
              <a:rPr lang="es-ES" dirty="0"/>
              <a:t>, proporcionando contexto adicional sobre sus operaciones. La cronología de los acontecimientos refuerza la importancia de comprender la historia de la empresa y su posible influencia en asuntos políticos. Esta información es crucial para construir un panorama completo de las relaciones en juego en la investigación.</a:t>
            </a:r>
            <a:endParaRPr lang="en-BS" dirty="0"/>
          </a:p>
        </p:txBody>
      </p:sp>
      <p:sp>
        <p:nvSpPr>
          <p:cNvPr id="4" name="Slide Number Placeholder 3">
            <a:extLst>
              <a:ext uri="{FF2B5EF4-FFF2-40B4-BE49-F238E27FC236}">
                <a16:creationId xmlns:a16="http://schemas.microsoft.com/office/drawing/2014/main" id="{95E45D51-AC08-D798-4869-9335AA041BAA}"/>
              </a:ext>
            </a:extLst>
          </p:cNvPr>
          <p:cNvSpPr>
            <a:spLocks noGrp="1"/>
          </p:cNvSpPr>
          <p:nvPr>
            <p:ph type="sldNum" sz="quarter" idx="5"/>
          </p:nvPr>
        </p:nvSpPr>
        <p:spPr/>
        <p:txBody>
          <a:bodyPr/>
          <a:lstStyle/>
          <a:p>
            <a:fld id="{6BCA9DE2-5089-4AEC-BD72-2C623C18130C}" type="slidenum">
              <a:rPr lang="en-BS" smtClean="0"/>
              <a:t>32</a:t>
            </a:fld>
            <a:endParaRPr lang="en-BS"/>
          </a:p>
        </p:txBody>
      </p:sp>
    </p:spTree>
    <p:extLst>
      <p:ext uri="{BB962C8B-B14F-4D97-AF65-F5344CB8AC3E}">
        <p14:creationId xmlns:p14="http://schemas.microsoft.com/office/powerpoint/2010/main" val="17285666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F20452-5816-579A-D94C-FCA5EC4E6C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66D3E4-C4B3-A8D8-285F-02CD39ED134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47524FF-F58F-37C7-E111-6C5F7F553C4D}"/>
              </a:ext>
            </a:extLst>
          </p:cNvPr>
          <p:cNvSpPr>
            <a:spLocks noGrp="1"/>
          </p:cNvSpPr>
          <p:nvPr>
            <p:ph type="body" idx="1"/>
          </p:nvPr>
        </p:nvSpPr>
        <p:spPr/>
        <p:txBody>
          <a:bodyPr/>
          <a:lstStyle/>
          <a:p>
            <a:pPr>
              <a:buNone/>
            </a:pPr>
            <a:r>
              <a:rPr lang="es-ES" dirty="0"/>
              <a:t>Esta diapositiva continúa detallando </a:t>
            </a:r>
            <a:r>
              <a:rPr lang="es-ES" dirty="0" err="1"/>
              <a:t>Spinumviva</a:t>
            </a:r>
            <a:r>
              <a:rPr lang="es-ES" dirty="0"/>
              <a:t>, proporcionando contexto adicional sobre sus operaciones. La cronología de los acontecimientos refuerza la importancia de comprender la historia de la empresa y su posible influencia en asuntos políticos. Esta información es crucial para construir un panorama completo de las relaciones en juego en la investigación.</a:t>
            </a:r>
            <a:endParaRPr lang="en-BS" dirty="0"/>
          </a:p>
        </p:txBody>
      </p:sp>
      <p:sp>
        <p:nvSpPr>
          <p:cNvPr id="4" name="Slide Number Placeholder 3">
            <a:extLst>
              <a:ext uri="{FF2B5EF4-FFF2-40B4-BE49-F238E27FC236}">
                <a16:creationId xmlns:a16="http://schemas.microsoft.com/office/drawing/2014/main" id="{C6D79C04-E2F6-E814-BB95-1FFA15BA713E}"/>
              </a:ext>
            </a:extLst>
          </p:cNvPr>
          <p:cNvSpPr>
            <a:spLocks noGrp="1"/>
          </p:cNvSpPr>
          <p:nvPr>
            <p:ph type="sldNum" sz="quarter" idx="5"/>
          </p:nvPr>
        </p:nvSpPr>
        <p:spPr/>
        <p:txBody>
          <a:bodyPr/>
          <a:lstStyle/>
          <a:p>
            <a:fld id="{6BCA9DE2-5089-4AEC-BD72-2C623C18130C}" type="slidenum">
              <a:rPr lang="en-BS" smtClean="0"/>
              <a:t>33</a:t>
            </a:fld>
            <a:endParaRPr lang="en-BS"/>
          </a:p>
        </p:txBody>
      </p:sp>
    </p:spTree>
    <p:extLst>
      <p:ext uri="{BB962C8B-B14F-4D97-AF65-F5344CB8AC3E}">
        <p14:creationId xmlns:p14="http://schemas.microsoft.com/office/powerpoint/2010/main" val="40147441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En conclusión, esta diapositiva enfatiza el poder transformador de la OSINT para convertir datos públicos dispersos en inteligencia procesable. El estudio de caso sirve como recordatorio de la importancia de la transparencia y la rendición de cuentas tanto en el sector público como en el privado. Se anima a la audiencia a reflexionar sobre las implicaciones más amplias de la OSINT en el mundo actual, dominado por la información.</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34</a:t>
            </a:fld>
            <a:endParaRPr lang="en-BS"/>
          </a:p>
        </p:txBody>
      </p:sp>
    </p:spTree>
    <p:extLst>
      <p:ext uri="{BB962C8B-B14F-4D97-AF65-F5344CB8AC3E}">
        <p14:creationId xmlns:p14="http://schemas.microsoft.com/office/powerpoint/2010/main" val="238343334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Esta diapositiva presenta diversos portales y recursos esenciales para realizar investigaciones OSINT. Al proporcionar enlaces a bases de datos gubernamentales y públicas, el público cuenta con herramientas prácticas para profundizar su comprensión y aplicación de las técnicas OSINT. Esta capacidad de adaptación es clave para una recopilación de inteligencia eficaz.</a:t>
            </a: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35</a:t>
            </a:fld>
            <a:endParaRPr lang="en-BS"/>
          </a:p>
        </p:txBody>
      </p:sp>
    </p:spTree>
    <p:extLst>
      <p:ext uri="{BB962C8B-B14F-4D97-AF65-F5344CB8AC3E}">
        <p14:creationId xmlns:p14="http://schemas.microsoft.com/office/powerpoint/2010/main" val="36935519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E6A4D-8117-07A2-C8D3-AE37F58746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065556-AFEC-E7EC-35CB-A04E0E27760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C65DE92-2D32-3F97-CC4E-BBDB30A3A6F2}"/>
              </a:ext>
            </a:extLst>
          </p:cNvPr>
          <p:cNvSpPr>
            <a:spLocks noGrp="1"/>
          </p:cNvSpPr>
          <p:nvPr>
            <p:ph type="body" idx="1"/>
          </p:nvPr>
        </p:nvSpPr>
        <p:spPr/>
        <p:txBody>
          <a:bodyPr/>
          <a:lstStyle/>
          <a:p>
            <a:pPr>
              <a:buNone/>
            </a:pPr>
            <a:r>
              <a:rPr lang="es-ES" dirty="0"/>
              <a:t>Con la mirada puesta en el futuro, esta diapositiva describe el potencial de las bases de datos públicas, la automatización y el análisis de datos para mejorar las capacidades de OSINT. Al mapear a individuos clave y rastrear conexiones financieras, podemos mejorar la transparencia y la rendición de cuentas en el servicio público. Este enfoque innovador anima a la audiencia a considerar cómo la tecnología puede ayudar a descubrir verdades ocultas.</a:t>
            </a:r>
          </a:p>
          <a:p>
            <a:pPr>
              <a:buNone/>
            </a:pPr>
            <a:r>
              <a:rPr lang="es-ES" dirty="0"/>
              <a:t> ______</a:t>
            </a:r>
          </a:p>
          <a:p>
            <a:pPr>
              <a:buNone/>
            </a:pPr>
            <a:r>
              <a:rPr lang="es-ES" dirty="0"/>
              <a:t>Base de datos de empresas</a:t>
            </a:r>
          </a:p>
          <a:p>
            <a:pPr>
              <a:buNone/>
            </a:pPr>
            <a:r>
              <a:rPr lang="es-ES" dirty="0"/>
              <a:t>Múltiples fuentes</a:t>
            </a:r>
          </a:p>
          <a:p>
            <a:pPr>
              <a:buNone/>
            </a:pPr>
            <a:r>
              <a:rPr lang="es-ES" dirty="0"/>
              <a:t>Búsqueda por personas</a:t>
            </a:r>
          </a:p>
          <a:p>
            <a:pPr>
              <a:buNone/>
            </a:pPr>
            <a:r>
              <a:rPr lang="es-ES" dirty="0"/>
              <a:t>Visualización de redes</a:t>
            </a:r>
          </a:p>
          <a:p>
            <a:pPr>
              <a:buNone/>
            </a:pPr>
            <a:r>
              <a:rPr lang="es-ES" dirty="0"/>
              <a:t>Empresas</a:t>
            </a:r>
          </a:p>
          <a:p>
            <a:pPr>
              <a:buNone/>
            </a:pPr>
            <a:r>
              <a:rPr lang="es-ES" dirty="0"/>
              <a:t>Personas</a:t>
            </a:r>
            <a:endParaRPr lang="en-US" dirty="0"/>
          </a:p>
        </p:txBody>
      </p:sp>
      <p:sp>
        <p:nvSpPr>
          <p:cNvPr id="4" name="Slide Number Placeholder 3">
            <a:extLst>
              <a:ext uri="{FF2B5EF4-FFF2-40B4-BE49-F238E27FC236}">
                <a16:creationId xmlns:a16="http://schemas.microsoft.com/office/drawing/2014/main" id="{DA1D8288-2F2D-5232-107E-7FCB8857C7AC}"/>
              </a:ext>
            </a:extLst>
          </p:cNvPr>
          <p:cNvSpPr>
            <a:spLocks noGrp="1"/>
          </p:cNvSpPr>
          <p:nvPr>
            <p:ph type="sldNum" sz="quarter" idx="5"/>
          </p:nvPr>
        </p:nvSpPr>
        <p:spPr/>
        <p:txBody>
          <a:bodyPr/>
          <a:lstStyle/>
          <a:p>
            <a:fld id="{6BCA9DE2-5089-4AEC-BD72-2C623C18130C}" type="slidenum">
              <a:rPr lang="en-BS" smtClean="0"/>
              <a:t>36</a:t>
            </a:fld>
            <a:endParaRPr lang="en-BS"/>
          </a:p>
        </p:txBody>
      </p:sp>
    </p:spTree>
    <p:extLst>
      <p:ext uri="{BB962C8B-B14F-4D97-AF65-F5344CB8AC3E}">
        <p14:creationId xmlns:p14="http://schemas.microsoft.com/office/powerpoint/2010/main" val="563360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None/>
            </a:pPr>
            <a:r>
              <a:rPr lang="es-ES" dirty="0"/>
              <a:t>Para finalizar, esta diapositiva invita a preguntas y debates, fomentando la interacción con el público. Es una oportunidad para aclarar cualquier punto y profundizar en áreas específicas de interés. Fomentar el diálogo refuerza el carácter colaborativo del aprendizaje y el intercambio de conocimientos en el campo de la OSINT.</a:t>
            </a:r>
            <a:br>
              <a:rPr lang="en-US" dirty="0"/>
            </a:br>
            <a:endParaRPr lang="en-BS" dirty="0"/>
          </a:p>
        </p:txBody>
      </p:sp>
      <p:sp>
        <p:nvSpPr>
          <p:cNvPr id="4" name="Slide Number Placeholder 3"/>
          <p:cNvSpPr>
            <a:spLocks noGrp="1"/>
          </p:cNvSpPr>
          <p:nvPr>
            <p:ph type="sldNum" sz="quarter" idx="5"/>
          </p:nvPr>
        </p:nvSpPr>
        <p:spPr/>
        <p:txBody>
          <a:bodyPr/>
          <a:lstStyle/>
          <a:p>
            <a:fld id="{6BCA9DE2-5089-4AEC-BD72-2C623C18130C}" type="slidenum">
              <a:rPr lang="en-BS" smtClean="0"/>
              <a:t>37</a:t>
            </a:fld>
            <a:endParaRPr lang="en-BS"/>
          </a:p>
        </p:txBody>
      </p:sp>
    </p:spTree>
    <p:extLst>
      <p:ext uri="{BB962C8B-B14F-4D97-AF65-F5344CB8AC3E}">
        <p14:creationId xmlns:p14="http://schemas.microsoft.com/office/powerpoint/2010/main" val="1275874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2025-09-28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2025-09-28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2025-09-28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2025-09-28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2025-09-28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2025-09-28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2025-09-28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2025-09-28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2025-09-28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2025-09-28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2025-09-28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2025-09-28</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hyperlink" Target="https://www.linkedin.com/in/pedroaovieira/overlay/about-this-profile/" TargetMode="Externa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2.svg"/><Relationship Id="rId9"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1.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2.svg"/><Relationship Id="rId9" Type="http://schemas.openxmlformats.org/officeDocument/2006/relationships/image" Target="../media/image5.png"/></Relationships>
</file>

<file path=ppt/slides/_rels/slide5.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1.png"/><Relationship Id="rId7" Type="http://schemas.openxmlformats.org/officeDocument/2006/relationships/diagramQuickStyle" Target="../diagrams/quickStyle1.xm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diagramLayout" Target="../diagrams/layout1.xml"/><Relationship Id="rId5" Type="http://schemas.openxmlformats.org/officeDocument/2006/relationships/diagramData" Target="../diagrams/data1.xml"/><Relationship Id="rId10" Type="http://schemas.openxmlformats.org/officeDocument/2006/relationships/image" Target="../media/image5.png"/><Relationship Id="rId4" Type="http://schemas.openxmlformats.org/officeDocument/2006/relationships/image" Target="../media/image2.svg"/><Relationship Id="rId9" Type="http://schemas.microsoft.com/office/2007/relationships/diagramDrawing" Target="../diagrams/drawing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2.sv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2.sv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19.png"/><Relationship Id="rId4" Type="http://schemas.openxmlformats.org/officeDocument/2006/relationships/image" Target="../media/image2.svg"/></Relationships>
</file>

<file path=ppt/slides/_rels/slide9.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png"/><Relationship Id="rId7" Type="http://schemas.openxmlformats.org/officeDocument/2006/relationships/hyperlink" Target="https://www.portugal.gov.pt/"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hyperlink" Target="https://www.portugal.gov.pt/pt/gc24/primeiro-ministro" TargetMode="External"/><Relationship Id="rId4" Type="http://schemas.openxmlformats.org/officeDocument/2006/relationships/image" Target="../media/image2.svg"/><Relationship Id="rId9"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2.svg"/></Relationships>
</file>

<file path=ppt/slides/_rels/slide1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png"/><Relationship Id="rId7" Type="http://schemas.openxmlformats.org/officeDocument/2006/relationships/hyperlink" Target="https://www.parlamento.pt/DeputadoGP/Paginas/Biografia.aspx?BID=1561"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hyperlink" Target="https://www.parlamento.pt/" TargetMode="External"/><Relationship Id="rId4" Type="http://schemas.openxmlformats.org/officeDocument/2006/relationships/image" Target="../media/image2.svg"/><Relationship Id="rId9"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2.svg"/></Relationships>
</file>

<file path=ppt/slides/_rels/slide1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diariodarepublica.pt/" TargetMode="External"/><Relationship Id="rId5" Type="http://schemas.openxmlformats.org/officeDocument/2006/relationships/image" Target="../media/image24.png"/><Relationship Id="rId4" Type="http://schemas.openxmlformats.org/officeDocument/2006/relationships/image" Target="../media/image2.sv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2.svg"/></Relationships>
</file>

<file path=ppt/slides/_rels/slide15.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hyperlink" Target="https://publicacoes.mj.pt/Pesquisa.aspx" TargetMode="External"/><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hyperlink" Target="https://publicacoes.mj.pt/Pesquisa.aspx" TargetMode="External"/><Relationship Id="rId4" Type="http://schemas.openxmlformats.org/officeDocument/2006/relationships/image" Target="../media/image2.sv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2.sv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hyperlink" Target="https://www.einforma.pt/servlet/app/portal/ENTP/prod/ETIQUETA_EMPRESA_MARCA/nif/510445020/marca/SP&amp;M%20ADVOGADOS/" TargetMode="External"/><Relationship Id="rId4" Type="http://schemas.openxmlformats.org/officeDocument/2006/relationships/image" Target="../media/image2.svg"/></Relationships>
</file>

<file path=ppt/slides/_rels/slide1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portal.oa.pt/advogados/pesquisa-de-advogados/?l=&amp;cg=&amp;ce=44944P&amp;n=&amp;lo=&amp;m=&amp;cp=&amp;op=&amp;o=0" TargetMode="External"/><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hyperlink" Target="https://web.archive.org/web/20190616061745/https:/spm-advogados.com/socios/" TargetMode="External"/><Relationship Id="rId5" Type="http://schemas.openxmlformats.org/officeDocument/2006/relationships/hyperlink" Target="https://spm-advogados.com/" TargetMode="Externa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1.png"/><Relationship Id="rId7" Type="http://schemas.openxmlformats.org/officeDocument/2006/relationships/hyperlink" Target="https://www.base.gov.pt/Base4/pt/pesquisa/?type=contratos&amp;adjudicatariaid=521362" TargetMode="External"/><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hyperlink" Target="https://www.base.gov.pt/" TargetMode="External"/><Relationship Id="rId4" Type="http://schemas.openxmlformats.org/officeDocument/2006/relationships/image" Target="../media/image2.svg"/><Relationship Id="rId9"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image" Target="../media/image32.pn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hyperlink" Target="https://publicacoes.mj.pt/Pesquisa.aspx" TargetMode="External"/><Relationship Id="rId4" Type="http://schemas.openxmlformats.org/officeDocument/2006/relationships/image" Target="../media/image2.svg"/></Relationships>
</file>

<file path=ppt/slides/_rels/slide2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image" Target="../media/image33.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hyperlink" Target="https://publicacoes.mj.pt/Pesquisa.aspx" TargetMode="External"/><Relationship Id="rId4" Type="http://schemas.openxmlformats.org/officeDocument/2006/relationships/image" Target="../media/image2.sv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hyperlink" Target="https://smmp.pt/author/smmp-sindicato-dos-magistrados-do-ministerio-pu-20/page/441/" TargetMode="External"/><Relationship Id="rId4" Type="http://schemas.openxmlformats.org/officeDocument/2006/relationships/image" Target="../media/image2.sv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2.svg"/></Relationships>
</file>

<file path=ppt/slides/_rels/slide27.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hyperlink" Target="https://publicacoes.mj.pt/Pesquisa.aspx" TargetMode="External"/><Relationship Id="rId4" Type="http://schemas.openxmlformats.org/officeDocument/2006/relationships/image" Target="../media/image2.sv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2.sv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hyperlink" Target="https://www.iberinform.pt/empresa/24946732/spinumviva-lda" TargetMode="External"/><Relationship Id="rId4" Type="http://schemas.openxmlformats.org/officeDocument/2006/relationships/image" Target="../media/image2.sv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2.sv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5.png"/><Relationship Id="rId4" Type="http://schemas.openxmlformats.org/officeDocument/2006/relationships/image" Target="../media/image2.sv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hyperlink" Target="http://www.sicae.pt/Detalhe.aspx?NIPC=516195174" TargetMode="External"/><Relationship Id="rId4" Type="http://schemas.openxmlformats.org/officeDocument/2006/relationships/image" Target="../media/image2.svg"/></Relationships>
</file>

<file path=ppt/slides/_rels/slide33.xml.rels><?xml version="1.0" encoding="UTF-8" standalone="yes"?>
<Relationships xmlns="http://schemas.openxmlformats.org/package/2006/relationships"><Relationship Id="rId8" Type="http://schemas.openxmlformats.org/officeDocument/2006/relationships/diagramColors" Target="../diagrams/colors2.xml"/><Relationship Id="rId3" Type="http://schemas.openxmlformats.org/officeDocument/2006/relationships/image" Target="../media/image1.png"/><Relationship Id="rId7" Type="http://schemas.openxmlformats.org/officeDocument/2006/relationships/diagramQuickStyle" Target="../diagrams/quickStyle2.xml"/><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diagramLayout" Target="../diagrams/layout2.xml"/><Relationship Id="rId5" Type="http://schemas.openxmlformats.org/officeDocument/2006/relationships/diagramData" Target="../diagrams/data2.xml"/><Relationship Id="rId10" Type="http://schemas.openxmlformats.org/officeDocument/2006/relationships/image" Target="../media/image5.png"/><Relationship Id="rId4" Type="http://schemas.openxmlformats.org/officeDocument/2006/relationships/image" Target="../media/image2.svg"/><Relationship Id="rId9" Type="http://schemas.microsoft.com/office/2007/relationships/diagramDrawing" Target="../diagrams/drawing2.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2.svg"/></Relationships>
</file>

<file path=ppt/slides/_rels/slide35.xml.rels><?xml version="1.0" encoding="UTF-8" standalone="yes"?>
<Relationships xmlns="http://schemas.openxmlformats.org/package/2006/relationships"><Relationship Id="rId13" Type="http://schemas.openxmlformats.org/officeDocument/2006/relationships/hyperlink" Target="https://www.parlamento.pt/Cidadania/Paginas/DadosAbertos.aspx" TargetMode="External"/><Relationship Id="rId18" Type="http://schemas.openxmlformats.org/officeDocument/2006/relationships/hyperlink" Target="https://www.base.gov.pt/Base4/pt/pesquisa/?type=anuncios&amp;texto=&amp;numeroanuncio=&amp;emissora=&amp;desdedatapublicacao=&amp;atedatapublicacao=&amp;desdeprecobase=&amp;ateprecobase=&amp;tipoacto=0&amp;tipomodelo=0&amp;tipocontrato=0&amp;cpv=" TargetMode="External"/><Relationship Id="rId26" Type="http://schemas.openxmlformats.org/officeDocument/2006/relationships/hyperlink" Target="https://dre.tretas.org/" TargetMode="External"/><Relationship Id="rId3" Type="http://schemas.openxmlformats.org/officeDocument/2006/relationships/image" Target="../media/image1.png"/><Relationship Id="rId21" Type="http://schemas.openxmlformats.org/officeDocument/2006/relationships/image" Target="../media/image28.png"/><Relationship Id="rId34" Type="http://schemas.openxmlformats.org/officeDocument/2006/relationships/hyperlink" Target="https://www.pesquisabenspenhorados.com/" TargetMode="External"/><Relationship Id="rId7" Type="http://schemas.openxmlformats.org/officeDocument/2006/relationships/hyperlink" Target="https://www.portugal.gov.pt/" TargetMode="External"/><Relationship Id="rId12" Type="http://schemas.openxmlformats.org/officeDocument/2006/relationships/hyperlink" Target="https://www.parlamento.pt/DeputadoGP/Paginas/RegistoInteresses.aspx?BID=2061" TargetMode="External"/><Relationship Id="rId17" Type="http://schemas.openxmlformats.org/officeDocument/2006/relationships/hyperlink" Target="https://www.base.gov.pt/Base4/pt/pesquisa/?type=contratos&amp;texto=&amp;tipo=0&amp;tipocontrato=0&amp;cpv=&amp;aqinfo=&amp;adjudicante=&amp;adjudicataria=&amp;sel_price=price_c1&amp;desdeprecocontrato=&amp;ateprecocontrato=&amp;desdeprecoefectivo=&amp;ateprecoefectivo=&amp;desdeprazoexecucao=&amp;ateprazoexecucao=&amp;sel_date=date_c1&amp;desdedatacontrato=&amp;atedatacontrato=&amp;desdedatapublicacao=&amp;atedatapublicacao=&amp;desdedatafecho=&amp;atedatafecho=&amp;pais=0&amp;distrito=0&amp;concelho=0" TargetMode="External"/><Relationship Id="rId25" Type="http://schemas.openxmlformats.org/officeDocument/2006/relationships/hyperlink" Target="https://diariodarepublica.pt/dr/pesquisa" TargetMode="External"/><Relationship Id="rId33" Type="http://schemas.openxmlformats.org/officeDocument/2006/relationships/hyperlink" Target="https://static.portaldasfinancas.gov.pt/app/devedores_static/de-devedores.html" TargetMode="External"/><Relationship Id="rId2" Type="http://schemas.openxmlformats.org/officeDocument/2006/relationships/notesSlide" Target="../notesSlides/notesSlide35.xml"/><Relationship Id="rId16" Type="http://schemas.openxmlformats.org/officeDocument/2006/relationships/hyperlink" Target="https://www.base.gov.pt/" TargetMode="External"/><Relationship Id="rId20" Type="http://schemas.openxmlformats.org/officeDocument/2006/relationships/hyperlink" Target="https://www.base.gov.pt/Base4/pt/estatisticas/indicadores-das-entidades-adjudicantes/" TargetMode="External"/><Relationship Id="rId29" Type="http://schemas.openxmlformats.org/officeDocument/2006/relationships/hyperlink" Target="https://igf.gov.pt/subvencoes-publicas" TargetMode="External"/><Relationship Id="rId1" Type="http://schemas.openxmlformats.org/officeDocument/2006/relationships/slideLayout" Target="../slideLayouts/slideLayout7.xml"/><Relationship Id="rId6" Type="http://schemas.openxmlformats.org/officeDocument/2006/relationships/hyperlink" Target="https://www.portugal.gov.pt/pt/gc24/primeiro-ministro" TargetMode="External"/><Relationship Id="rId11" Type="http://schemas.openxmlformats.org/officeDocument/2006/relationships/hyperlink" Target="https://www.parlamento.pt/DeputadoGP/Paginas/XIIL_RegInteresses.aspx?BID=1561&amp;leg=XIII" TargetMode="External"/><Relationship Id="rId24" Type="http://schemas.openxmlformats.org/officeDocument/2006/relationships/image" Target="../media/image26.png"/><Relationship Id="rId32" Type="http://schemas.openxmlformats.org/officeDocument/2006/relationships/hyperlink" Target="https://www.seg-social.pt/lista-de-devedores-na-seguranca-social" TargetMode="External"/><Relationship Id="rId5" Type="http://schemas.openxmlformats.org/officeDocument/2006/relationships/hyperlink" Target="https://www.portugal.gov.pt/pt/gc24/governo/composicao" TargetMode="External"/><Relationship Id="rId15" Type="http://schemas.openxmlformats.org/officeDocument/2006/relationships/image" Target="../media/image22.png"/><Relationship Id="rId23" Type="http://schemas.openxmlformats.org/officeDocument/2006/relationships/hyperlink" Target="https://publicacoes.mj.pt/Index.aspx" TargetMode="External"/><Relationship Id="rId28" Type="http://schemas.openxmlformats.org/officeDocument/2006/relationships/image" Target="../media/image25.png"/><Relationship Id="rId36" Type="http://schemas.openxmlformats.org/officeDocument/2006/relationships/image" Target="../media/image5.png"/><Relationship Id="rId10" Type="http://schemas.openxmlformats.org/officeDocument/2006/relationships/hyperlink" Target="https://www.parlamento.pt/DeputadoGP/Paginas/Biografia.aspx?BID=2061" TargetMode="External"/><Relationship Id="rId19" Type="http://schemas.openxmlformats.org/officeDocument/2006/relationships/hyperlink" Target="https://www.base.gov.pt/Base4/pt/pesquisa/?type=entidades&amp;texto=" TargetMode="External"/><Relationship Id="rId31" Type="http://schemas.openxmlformats.org/officeDocument/2006/relationships/hyperlink" Target="https://www.citius.mj.pt/portal/consultas/ConsultasVenda.aspx" TargetMode="External"/><Relationship Id="rId4" Type="http://schemas.openxmlformats.org/officeDocument/2006/relationships/image" Target="../media/image2.svg"/><Relationship Id="rId9" Type="http://schemas.openxmlformats.org/officeDocument/2006/relationships/hyperlink" Target="https://www.parlamento.pt/DeputadoGP/Paginas/Deputados_ef.aspx" TargetMode="External"/><Relationship Id="rId14" Type="http://schemas.openxmlformats.org/officeDocument/2006/relationships/hyperlink" Target="https://www.parlamento.pt/" TargetMode="External"/><Relationship Id="rId22" Type="http://schemas.openxmlformats.org/officeDocument/2006/relationships/hyperlink" Target="https://publicacoes.mj.pt/Pesquisa.aspx" TargetMode="External"/><Relationship Id="rId27" Type="http://schemas.openxmlformats.org/officeDocument/2006/relationships/hyperlink" Target="https://diariodarepublica.pt/" TargetMode="External"/><Relationship Id="rId30" Type="http://schemas.openxmlformats.org/officeDocument/2006/relationships/hyperlink" Target="https://www.citius.mj.pt/portal/execucoes/listapublicaexecucoes.aspx" TargetMode="External"/><Relationship Id="rId35" Type="http://schemas.openxmlformats.org/officeDocument/2006/relationships/hyperlink" Target="https://www.penhorado.pt/" TargetMode="External"/><Relationship Id="rId8" Type="http://schemas.openxmlformats.org/officeDocument/2006/relationships/image" Target="../media/image21.png"/></Relationships>
</file>

<file path=ppt/slides/_rels/slide36.xml.rels><?xml version="1.0" encoding="UTF-8" standalone="yes"?>
<Relationships xmlns="http://schemas.openxmlformats.org/package/2006/relationships"><Relationship Id="rId8" Type="http://schemas.openxmlformats.org/officeDocument/2006/relationships/image" Target="../media/image42.svg"/><Relationship Id="rId3" Type="http://schemas.openxmlformats.org/officeDocument/2006/relationships/image" Target="../media/image1.png"/><Relationship Id="rId7"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7.xml"/><Relationship Id="rId6" Type="http://schemas.openxmlformats.org/officeDocument/2006/relationships/image" Target="../media/image40.svg"/><Relationship Id="rId11" Type="http://schemas.openxmlformats.org/officeDocument/2006/relationships/image" Target="../media/image5.png"/><Relationship Id="rId5" Type="http://schemas.openxmlformats.org/officeDocument/2006/relationships/image" Target="../media/image39.png"/><Relationship Id="rId10" Type="http://schemas.openxmlformats.org/officeDocument/2006/relationships/image" Target="../media/image14.svg"/><Relationship Id="rId4" Type="http://schemas.openxmlformats.org/officeDocument/2006/relationships/image" Target="../media/image2.svg"/><Relationship Id="rId9" Type="http://schemas.openxmlformats.org/officeDocument/2006/relationships/image" Target="../media/image13.png"/></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3.png"/><Relationship Id="rId4"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762000" y="-42208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7" name="TextBox 7"/>
          <p:cNvSpPr txBox="1"/>
          <p:nvPr/>
        </p:nvSpPr>
        <p:spPr>
          <a:xfrm>
            <a:off x="1028700" y="3013229"/>
            <a:ext cx="16089925" cy="1828899"/>
          </a:xfrm>
          <a:prstGeom prst="rect">
            <a:avLst/>
          </a:prstGeom>
        </p:spPr>
        <p:txBody>
          <a:bodyPr wrap="square" lIns="0" tIns="0" rIns="0" bIns="0" rtlCol="0" anchor="t">
            <a:spAutoFit/>
          </a:bodyPr>
          <a:lstStyle/>
          <a:p>
            <a:pPr algn="l">
              <a:lnSpc>
                <a:spcPts val="16818"/>
              </a:lnSpc>
            </a:pPr>
            <a:r>
              <a:rPr lang="es-ES" sz="5400" b="1" noProof="0" dirty="0">
                <a:solidFill>
                  <a:srgbClr val="343434"/>
                </a:solidFill>
                <a:latin typeface="Cooper Hewitt Bold"/>
                <a:ea typeface="Cooper Hewitt Bold"/>
                <a:cs typeface="Cooper Hewitt Bold"/>
                <a:sym typeface="Cooper Hewitt Bold"/>
              </a:rPr>
              <a:t>Negocios Privados, Consecuencias Públicas</a:t>
            </a:r>
          </a:p>
        </p:txBody>
      </p:sp>
      <p:sp>
        <p:nvSpPr>
          <p:cNvPr id="8" name="TextBox 8"/>
          <p:cNvSpPr txBox="1"/>
          <p:nvPr/>
        </p:nvSpPr>
        <p:spPr>
          <a:xfrm>
            <a:off x="1028700" y="5138246"/>
            <a:ext cx="16124962" cy="1757854"/>
          </a:xfrm>
          <a:prstGeom prst="rect">
            <a:avLst/>
          </a:prstGeom>
        </p:spPr>
        <p:txBody>
          <a:bodyPr wrap="square" lIns="0" tIns="0" rIns="0" bIns="0" rtlCol="0" anchor="t">
            <a:spAutoFit/>
          </a:bodyPr>
          <a:lstStyle/>
          <a:p>
            <a:pPr algn="l">
              <a:lnSpc>
                <a:spcPct val="150000"/>
              </a:lnSpc>
            </a:pPr>
            <a:r>
              <a:rPr lang="es-ES" sz="4000" noProof="0" dirty="0">
                <a:solidFill>
                  <a:srgbClr val="343434"/>
                </a:solidFill>
                <a:latin typeface="Cooper Hewitt"/>
                <a:ea typeface="Cooper Hewitt"/>
                <a:cs typeface="Cooper Hewitt"/>
                <a:sym typeface="Cooper Hewitt"/>
              </a:rPr>
              <a:t>Cómo la Inteligencia de Fuentes Abiertas (OSINT) </a:t>
            </a:r>
          </a:p>
          <a:p>
            <a:pPr algn="l">
              <a:lnSpc>
                <a:spcPct val="150000"/>
              </a:lnSpc>
            </a:pPr>
            <a:r>
              <a:rPr lang="es-ES" sz="4000" noProof="0" dirty="0">
                <a:solidFill>
                  <a:srgbClr val="343434"/>
                </a:solidFill>
                <a:latin typeface="Cooper Hewitt"/>
                <a:ea typeface="Cooper Hewitt"/>
                <a:cs typeface="Cooper Hewitt"/>
                <a:sym typeface="Cooper Hewitt"/>
              </a:rPr>
              <a:t>derribó al Gobierno de Portugal</a:t>
            </a:r>
          </a:p>
        </p:txBody>
      </p:sp>
      <p:sp>
        <p:nvSpPr>
          <p:cNvPr id="10" name="TextBox 10"/>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12" name="TextBox 12"/>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sp>
        <p:nvSpPr>
          <p:cNvPr id="14" name="TextBox 14"/>
          <p:cNvSpPr txBox="1"/>
          <p:nvPr/>
        </p:nvSpPr>
        <p:spPr>
          <a:xfrm>
            <a:off x="1028700" y="8563344"/>
            <a:ext cx="16268700" cy="1220142"/>
          </a:xfrm>
          <a:prstGeom prst="rect">
            <a:avLst/>
          </a:prstGeom>
        </p:spPr>
        <p:txBody>
          <a:bodyPr wrap="square" lIns="0" tIns="0" rIns="0" bIns="0" rtlCol="0" anchor="t">
            <a:spAutoFit/>
          </a:bodyPr>
          <a:lstStyle/>
          <a:p>
            <a:pPr algn="just">
              <a:lnSpc>
                <a:spcPts val="2380"/>
              </a:lnSpc>
            </a:pPr>
            <a:r>
              <a:rPr lang="es-ES" b="1" noProof="0" dirty="0">
                <a:solidFill>
                  <a:srgbClr val="343434"/>
                </a:solidFill>
                <a:latin typeface="DM Sans"/>
                <a:ea typeface="DM Sans"/>
                <a:cs typeface="DM Sans"/>
                <a:sym typeface="DM Sans"/>
              </a:rPr>
              <a:t>Resumen</a:t>
            </a:r>
            <a:r>
              <a:rPr lang="es-ES" noProof="0" dirty="0">
                <a:solidFill>
                  <a:srgbClr val="343434"/>
                </a:solidFill>
                <a:latin typeface="DM Sans"/>
                <a:ea typeface="DM Sans"/>
                <a:cs typeface="DM Sans"/>
                <a:sym typeface="DM Sans"/>
              </a:rPr>
              <a:t>: Esta charla describe una guía paso a paso para aprovechar la inteligencia de fuentes abiertas (OSINT) y descubrir la información pública que alimentó un escándalo que involucró a un primer ministro portugués y que finalmente condujo al colapso del gobierno. Utilizando técnicas del mundo real, exploraremos cómo las transacciones comerciales privadas se convirtieron en una crisis pública, demostrando el poder de la OSINT para exponer conexiones ocultas.</a:t>
            </a:r>
          </a:p>
        </p:txBody>
      </p:sp>
      <p:sp>
        <p:nvSpPr>
          <p:cNvPr id="4" name="Freeform 4"/>
          <p:cNvSpPr/>
          <p:nvPr/>
        </p:nvSpPr>
        <p:spPr>
          <a:xfrm>
            <a:off x="13610793" y="2944147"/>
            <a:ext cx="3839007" cy="4398705"/>
          </a:xfrm>
          <a:custGeom>
            <a:avLst/>
            <a:gdLst/>
            <a:ahLst/>
            <a:cxnLst/>
            <a:rect l="l" t="t" r="r" b="b"/>
            <a:pathLst>
              <a:path w="5610468" h="6246472">
                <a:moveTo>
                  <a:pt x="0" y="0"/>
                </a:moveTo>
                <a:lnTo>
                  <a:pt x="5610468" y="0"/>
                </a:lnTo>
                <a:lnTo>
                  <a:pt x="5610468" y="6246472"/>
                </a:lnTo>
                <a:lnTo>
                  <a:pt x="0" y="624647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s-ES" noProof="0" dirty="0"/>
          </a:p>
        </p:txBody>
      </p:sp>
      <p:pic>
        <p:nvPicPr>
          <p:cNvPr id="19" name="Picture 18">
            <a:extLst>
              <a:ext uri="{FF2B5EF4-FFF2-40B4-BE49-F238E27FC236}">
                <a16:creationId xmlns:a16="http://schemas.microsoft.com/office/drawing/2014/main" id="{596CD708-717C-C1E3-32B7-95FEFED05659}"/>
              </a:ext>
            </a:extLst>
          </p:cNvPr>
          <p:cNvPicPr>
            <a:picLocks noChangeAspect="1"/>
          </p:cNvPicPr>
          <p:nvPr/>
        </p:nvPicPr>
        <p:blipFill>
          <a:blip r:embed="rId7"/>
          <a:stretch>
            <a:fillRect/>
          </a:stretch>
        </p:blipFill>
        <p:spPr>
          <a:xfrm>
            <a:off x="319097" y="476614"/>
            <a:ext cx="1585903" cy="100662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0BA62-F35C-40F3-5285-BD583D04059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D71B125-1B60-7894-5217-AC2EB5C9A517}"/>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07764B60-9795-D556-D77B-EBEA53C3D5B5}"/>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a:t>
            </a:r>
            <a:r>
              <a:rPr lang="es-ES" sz="4800" b="1" noProof="0" dirty="0" err="1"/>
              <a:t>whoami</a:t>
            </a:r>
            <a:endParaRPr lang="es-ES" sz="4800" b="1" noProof="0" dirty="0"/>
          </a:p>
        </p:txBody>
      </p:sp>
      <p:sp>
        <p:nvSpPr>
          <p:cNvPr id="4" name="Content Placeholder 2">
            <a:extLst>
              <a:ext uri="{FF2B5EF4-FFF2-40B4-BE49-F238E27FC236}">
                <a16:creationId xmlns:a16="http://schemas.microsoft.com/office/drawing/2014/main" id="{BE686912-9F1E-5358-15C6-B7304D577B0F}"/>
              </a:ext>
            </a:extLst>
          </p:cNvPr>
          <p:cNvSpPr txBox="1">
            <a:spLocks/>
          </p:cNvSpPr>
          <p:nvPr/>
        </p:nvSpPr>
        <p:spPr>
          <a:xfrm>
            <a:off x="1012654" y="2827337"/>
            <a:ext cx="16665746" cy="595788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4400" noProof="0" dirty="0"/>
              <a:t>👓 Pedro Vieira</a:t>
            </a:r>
            <a:endParaRPr lang="es-ES" sz="4400" noProof="0" dirty="0">
              <a:hlinkClick r:id="rId5">
                <a:extLst>
                  <a:ext uri="{A12FA001-AC4F-418D-AE19-62706E023703}">
                    <ahyp:hlinkClr xmlns:ahyp="http://schemas.microsoft.com/office/drawing/2018/hyperlinkcolor" val="tx"/>
                  </a:ext>
                </a:extLst>
              </a:hlinkClick>
            </a:endParaRPr>
          </a:p>
          <a:p>
            <a:pPr marL="0" indent="0">
              <a:buNone/>
            </a:pPr>
            <a:endParaRPr lang="es-ES" sz="4400" noProof="0" dirty="0"/>
          </a:p>
          <a:p>
            <a:pPr marL="0" indent="0">
              <a:buNone/>
            </a:pPr>
            <a:r>
              <a:rPr lang="es-ES" sz="4400" noProof="0" dirty="0"/>
              <a:t>🔐 Experto sénior en ciberseguridad</a:t>
            </a:r>
          </a:p>
          <a:p>
            <a:pPr marL="0" indent="0">
              <a:buNone/>
            </a:pPr>
            <a:r>
              <a:rPr lang="es-ES" sz="4400" noProof="0" dirty="0"/>
              <a:t>🐞 Gestión de vulnerabilidades</a:t>
            </a:r>
          </a:p>
          <a:p>
            <a:pPr marL="0" indent="0">
              <a:buNone/>
            </a:pPr>
            <a:r>
              <a:rPr lang="es-ES" sz="4400" noProof="0" dirty="0"/>
              <a:t>🔍 Pruebas de penetración</a:t>
            </a:r>
          </a:p>
          <a:p>
            <a:pPr marL="0" indent="0">
              <a:buNone/>
            </a:pPr>
            <a:r>
              <a:rPr lang="es-ES" sz="4400" noProof="0" dirty="0"/>
              <a:t>🕵️ Evangelista de OSINT</a:t>
            </a:r>
          </a:p>
          <a:p>
            <a:pPr marL="0" indent="0">
              <a:buNone/>
            </a:pPr>
            <a:r>
              <a:rPr lang="es-ES" sz="4400" noProof="0" dirty="0"/>
              <a:t>🎤 Orador y formador</a:t>
            </a:r>
          </a:p>
        </p:txBody>
      </p:sp>
      <p:pic>
        <p:nvPicPr>
          <p:cNvPr id="12" name="Picture 11" descr="Cartoon character standing at a podium with flags behind him&#10;&#10;AI-generated content may be incorrect.">
            <a:extLst>
              <a:ext uri="{FF2B5EF4-FFF2-40B4-BE49-F238E27FC236}">
                <a16:creationId xmlns:a16="http://schemas.microsoft.com/office/drawing/2014/main" id="{4884F93F-7623-61CA-41E8-DA2F6B909F11}"/>
              </a:ext>
            </a:extLst>
          </p:cNvPr>
          <p:cNvPicPr>
            <a:picLocks noChangeAspect="1"/>
          </p:cNvPicPr>
          <p:nvPr/>
        </p:nvPicPr>
        <p:blipFill>
          <a:blip r:embed="rId6"/>
          <a:stretch>
            <a:fillRect/>
          </a:stretch>
        </p:blipFill>
        <p:spPr>
          <a:xfrm>
            <a:off x="11049000" y="2945306"/>
            <a:ext cx="5562600" cy="5562600"/>
          </a:xfrm>
          <a:prstGeom prst="rect">
            <a:avLst/>
          </a:prstGeom>
        </p:spPr>
      </p:pic>
      <p:sp>
        <p:nvSpPr>
          <p:cNvPr id="5" name="TextBox 15">
            <a:extLst>
              <a:ext uri="{FF2B5EF4-FFF2-40B4-BE49-F238E27FC236}">
                <a16:creationId xmlns:a16="http://schemas.microsoft.com/office/drawing/2014/main" id="{218087B5-4033-9FC8-449E-738CBFF7F7C7}"/>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2</a:t>
            </a:fld>
            <a:endParaRPr lang="es-ES" sz="1500" b="1" noProof="0" dirty="0">
              <a:solidFill>
                <a:srgbClr val="343434"/>
              </a:solidFill>
              <a:latin typeface="DM Sans Bold"/>
              <a:ea typeface="DM Sans Bold"/>
              <a:cs typeface="DM Sans Bold"/>
              <a:sym typeface="DM Sans Bold"/>
            </a:endParaRPr>
          </a:p>
        </p:txBody>
      </p:sp>
      <p:sp>
        <p:nvSpPr>
          <p:cNvPr id="6" name="TextBox 10">
            <a:extLst>
              <a:ext uri="{FF2B5EF4-FFF2-40B4-BE49-F238E27FC236}">
                <a16:creationId xmlns:a16="http://schemas.microsoft.com/office/drawing/2014/main" id="{AABE05EE-83D0-9250-4A60-A2C099E4E4A1}"/>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10" name="TextBox 12">
            <a:extLst>
              <a:ext uri="{FF2B5EF4-FFF2-40B4-BE49-F238E27FC236}">
                <a16:creationId xmlns:a16="http://schemas.microsoft.com/office/drawing/2014/main" id="{E159A05A-DBCC-2A76-3FE4-344A3A988506}"/>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3" name="Picture 12">
            <a:extLst>
              <a:ext uri="{FF2B5EF4-FFF2-40B4-BE49-F238E27FC236}">
                <a16:creationId xmlns:a16="http://schemas.microsoft.com/office/drawing/2014/main" id="{22FB54C1-359E-349F-9FD4-56C27688C38B}"/>
              </a:ext>
            </a:extLst>
          </p:cNvPr>
          <p:cNvPicPr>
            <a:picLocks noChangeAspect="1"/>
          </p:cNvPicPr>
          <p:nvPr/>
        </p:nvPicPr>
        <p:blipFill>
          <a:blip r:embed="rId7"/>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2445934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7F89A-899E-6ACF-45F1-287D010B98E8}"/>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10196391-D232-014E-129B-821C458448C4}"/>
              </a:ext>
            </a:extLst>
          </p:cNvPr>
          <p:cNvGrpSpPr/>
          <p:nvPr/>
        </p:nvGrpSpPr>
        <p:grpSpPr>
          <a:xfrm>
            <a:off x="1115925" y="3065845"/>
            <a:ext cx="11838075" cy="6448776"/>
            <a:chOff x="1115925" y="3065845"/>
            <a:chExt cx="11838075" cy="6448776"/>
          </a:xfrm>
        </p:grpSpPr>
        <p:sp>
          <p:nvSpPr>
            <p:cNvPr id="4" name="Rectangle: Rounded Corners 3">
              <a:extLst>
                <a:ext uri="{FF2B5EF4-FFF2-40B4-BE49-F238E27FC236}">
                  <a16:creationId xmlns:a16="http://schemas.microsoft.com/office/drawing/2014/main" id="{7AB6144E-5EAE-314F-6333-2EBD1037BFEF}"/>
                </a:ext>
              </a:extLst>
            </p:cNvPr>
            <p:cNvSpPr/>
            <p:nvPr/>
          </p:nvSpPr>
          <p:spPr>
            <a:xfrm>
              <a:off x="1115927" y="3065845"/>
              <a:ext cx="11838073" cy="1768886"/>
            </a:xfrm>
            <a:prstGeom prst="roundRect">
              <a:avLst/>
            </a:prstGeom>
            <a:solidFill>
              <a:schemeClr val="accent6">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4">
                <a:lnSpc>
                  <a:spcPct val="150000"/>
                </a:lnSpc>
              </a:pPr>
              <a:r>
                <a:rPr lang="es-ES" sz="2500" noProof="0" dirty="0">
                  <a:solidFill>
                    <a:schemeClr val="tx1"/>
                  </a:solidFill>
                </a:rPr>
                <a:t>Esta presentación es solo para fines educativos y de concienciación.</a:t>
              </a:r>
            </a:p>
            <a:p>
              <a:pPr lvl="4">
                <a:lnSpc>
                  <a:spcPct val="150000"/>
                </a:lnSpc>
              </a:pPr>
              <a:r>
                <a:rPr lang="es-ES" sz="2500" b="1" noProof="0" dirty="0">
                  <a:solidFill>
                    <a:schemeClr val="tx1"/>
                  </a:solidFill>
                </a:rPr>
                <a:t>No es una declaración política.</a:t>
              </a:r>
            </a:p>
          </p:txBody>
        </p:sp>
        <p:sp>
          <p:nvSpPr>
            <p:cNvPr id="5" name="Rectangle: Rounded Corners 4">
              <a:extLst>
                <a:ext uri="{FF2B5EF4-FFF2-40B4-BE49-F238E27FC236}">
                  <a16:creationId xmlns:a16="http://schemas.microsoft.com/office/drawing/2014/main" id="{5E7E82E5-2F43-CF43-0291-E9625D50EE9F}"/>
                </a:ext>
              </a:extLst>
            </p:cNvPr>
            <p:cNvSpPr/>
            <p:nvPr/>
          </p:nvSpPr>
          <p:spPr>
            <a:xfrm>
              <a:off x="1115926" y="5405790"/>
              <a:ext cx="11838073" cy="1768886"/>
            </a:xfrm>
            <a:prstGeom prst="roundRect">
              <a:avLst/>
            </a:prstGeom>
            <a:solidFill>
              <a:schemeClr val="accent6">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4">
                <a:lnSpc>
                  <a:spcPct val="150000"/>
                </a:lnSpc>
              </a:pPr>
              <a:r>
                <a:rPr lang="es-ES" sz="2500" noProof="0" dirty="0">
                  <a:solidFill>
                    <a:schemeClr val="tx1"/>
                  </a:solidFill>
                </a:rPr>
                <a:t>Los usuarios deben verificar la legalidad de las herramientas de OSINT en su país.</a:t>
              </a:r>
            </a:p>
          </p:txBody>
        </p:sp>
        <p:sp>
          <p:nvSpPr>
            <p:cNvPr id="10" name="Rectangle: Rounded Corners 9">
              <a:extLst>
                <a:ext uri="{FF2B5EF4-FFF2-40B4-BE49-F238E27FC236}">
                  <a16:creationId xmlns:a16="http://schemas.microsoft.com/office/drawing/2014/main" id="{30EF289C-A875-CEB8-5661-622A6362A05F}"/>
                </a:ext>
              </a:extLst>
            </p:cNvPr>
            <p:cNvSpPr/>
            <p:nvPr/>
          </p:nvSpPr>
          <p:spPr>
            <a:xfrm>
              <a:off x="1115925" y="7745735"/>
              <a:ext cx="11838073" cy="1768886"/>
            </a:xfrm>
            <a:prstGeom prst="roundRect">
              <a:avLst/>
            </a:prstGeom>
            <a:solidFill>
              <a:schemeClr val="accent6">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4">
                <a:lnSpc>
                  <a:spcPct val="150000"/>
                </a:lnSpc>
              </a:pPr>
              <a:r>
                <a:rPr lang="es-ES" sz="2500" noProof="0" dirty="0">
                  <a:solidFill>
                    <a:schemeClr val="tx1"/>
                  </a:solidFill>
                </a:rPr>
                <a:t>Esta presentación </a:t>
              </a:r>
              <a:r>
                <a:rPr lang="es-ES" sz="2500" u="sng" noProof="0" dirty="0">
                  <a:solidFill>
                    <a:schemeClr val="tx1"/>
                  </a:solidFill>
                </a:rPr>
                <a:t>no está relacionada</a:t>
              </a:r>
              <a:r>
                <a:rPr lang="es-ES" sz="2500" noProof="0" dirty="0">
                  <a:solidFill>
                    <a:schemeClr val="tx1"/>
                  </a:solidFill>
                </a:rPr>
                <a:t> con mi trabajo ni con mi empleador.</a:t>
              </a:r>
            </a:p>
          </p:txBody>
        </p:sp>
      </p:grpSp>
      <p:sp>
        <p:nvSpPr>
          <p:cNvPr id="2" name="Freeform 2">
            <a:extLst>
              <a:ext uri="{FF2B5EF4-FFF2-40B4-BE49-F238E27FC236}">
                <a16:creationId xmlns:a16="http://schemas.microsoft.com/office/drawing/2014/main" id="{AD4B42AD-5F61-80AC-DBA4-ED1AA0090DE2}"/>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800A14BF-54DA-19E5-CD84-13DFE7210DDB}"/>
              </a:ext>
            </a:extLst>
          </p:cNvPr>
          <p:cNvSpPr txBox="1">
            <a:spLocks/>
          </p:cNvSpPr>
          <p:nvPr/>
        </p:nvSpPr>
        <p:spPr>
          <a:xfrm>
            <a:off x="784054" y="1638300"/>
            <a:ext cx="169324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Aviso Legal y Consideraciones Legales</a:t>
            </a:r>
          </a:p>
        </p:txBody>
      </p:sp>
      <p:pic>
        <p:nvPicPr>
          <p:cNvPr id="6" name="Picture 5" descr="A black background with a black square&#10;&#10;Description automatically generated with medium confidence">
            <a:extLst>
              <a:ext uri="{FF2B5EF4-FFF2-40B4-BE49-F238E27FC236}">
                <a16:creationId xmlns:a16="http://schemas.microsoft.com/office/drawing/2014/main" id="{45789143-3A63-52F3-6A92-AE7466ACF81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05011" y="5848424"/>
            <a:ext cx="799978" cy="799978"/>
          </a:xfrm>
          <a:prstGeom prst="rect">
            <a:avLst/>
          </a:prstGeom>
        </p:spPr>
      </p:pic>
      <p:pic>
        <p:nvPicPr>
          <p:cNvPr id="12" name="Picture 11" descr="Cartoon of a person wearing a hat and a suit pointing&#10;&#10;AI-generated content may be incorrect.">
            <a:extLst>
              <a:ext uri="{FF2B5EF4-FFF2-40B4-BE49-F238E27FC236}">
                <a16:creationId xmlns:a16="http://schemas.microsoft.com/office/drawing/2014/main" id="{14E41412-C08C-2776-544B-2D31CA88C2FD}"/>
              </a:ext>
            </a:extLst>
          </p:cNvPr>
          <p:cNvPicPr>
            <a:picLocks noChangeAspect="1"/>
          </p:cNvPicPr>
          <p:nvPr/>
        </p:nvPicPr>
        <p:blipFill>
          <a:blip r:embed="rId6"/>
          <a:stretch>
            <a:fillRect/>
          </a:stretch>
        </p:blipFill>
        <p:spPr>
          <a:xfrm>
            <a:off x="13645587" y="4139106"/>
            <a:ext cx="4185213" cy="4343400"/>
          </a:xfrm>
          <a:prstGeom prst="rect">
            <a:avLst/>
          </a:prstGeom>
        </p:spPr>
      </p:pic>
      <p:pic>
        <p:nvPicPr>
          <p:cNvPr id="17" name="Picture 16">
            <a:extLst>
              <a:ext uri="{FF2B5EF4-FFF2-40B4-BE49-F238E27FC236}">
                <a16:creationId xmlns:a16="http://schemas.microsoft.com/office/drawing/2014/main" id="{E34A96BF-FC02-6433-A705-D8A3E9D65C57}"/>
              </a:ext>
            </a:extLst>
          </p:cNvPr>
          <p:cNvPicPr>
            <a:picLocks noChangeAspect="1"/>
          </p:cNvPicPr>
          <p:nvPr/>
        </p:nvPicPr>
        <p:blipFill>
          <a:blip r:embed="rId7"/>
          <a:stretch>
            <a:fillRect/>
          </a:stretch>
        </p:blipFill>
        <p:spPr>
          <a:xfrm>
            <a:off x="1505011" y="3550299"/>
            <a:ext cx="799978" cy="799978"/>
          </a:xfrm>
          <a:prstGeom prst="rect">
            <a:avLst/>
          </a:prstGeom>
        </p:spPr>
      </p:pic>
      <p:pic>
        <p:nvPicPr>
          <p:cNvPr id="19" name="Picture 18">
            <a:extLst>
              <a:ext uri="{FF2B5EF4-FFF2-40B4-BE49-F238E27FC236}">
                <a16:creationId xmlns:a16="http://schemas.microsoft.com/office/drawing/2014/main" id="{DEC554BD-70BC-BC19-68B6-C2E6AC722EB6}"/>
              </a:ext>
            </a:extLst>
          </p:cNvPr>
          <p:cNvPicPr>
            <a:picLocks noChangeAspect="1"/>
          </p:cNvPicPr>
          <p:nvPr/>
        </p:nvPicPr>
        <p:blipFill>
          <a:blip r:embed="rId8"/>
          <a:stretch>
            <a:fillRect/>
          </a:stretch>
        </p:blipFill>
        <p:spPr>
          <a:xfrm>
            <a:off x="1505011" y="8188853"/>
            <a:ext cx="882650" cy="882650"/>
          </a:xfrm>
          <a:prstGeom prst="rect">
            <a:avLst/>
          </a:prstGeom>
        </p:spPr>
      </p:pic>
      <p:sp>
        <p:nvSpPr>
          <p:cNvPr id="13" name="TextBox 15">
            <a:extLst>
              <a:ext uri="{FF2B5EF4-FFF2-40B4-BE49-F238E27FC236}">
                <a16:creationId xmlns:a16="http://schemas.microsoft.com/office/drawing/2014/main" id="{5B7E777F-1C6A-649E-3F3C-841940915B28}"/>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3</a:t>
            </a:fld>
            <a:endParaRPr lang="es-ES" sz="1500" b="1" noProof="0" dirty="0">
              <a:solidFill>
                <a:srgbClr val="343434"/>
              </a:solidFill>
              <a:latin typeface="DM Sans Bold"/>
              <a:ea typeface="DM Sans Bold"/>
              <a:cs typeface="DM Sans Bold"/>
              <a:sym typeface="DM Sans Bold"/>
            </a:endParaRPr>
          </a:p>
        </p:txBody>
      </p:sp>
      <p:sp>
        <p:nvSpPr>
          <p:cNvPr id="14" name="TextBox 10">
            <a:extLst>
              <a:ext uri="{FF2B5EF4-FFF2-40B4-BE49-F238E27FC236}">
                <a16:creationId xmlns:a16="http://schemas.microsoft.com/office/drawing/2014/main" id="{14D242C4-EC9D-64AB-F1C5-6B652D4EC1B0}"/>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15" name="TextBox 12">
            <a:extLst>
              <a:ext uri="{FF2B5EF4-FFF2-40B4-BE49-F238E27FC236}">
                <a16:creationId xmlns:a16="http://schemas.microsoft.com/office/drawing/2014/main" id="{D2C14494-0479-4C22-B824-1564900EB050}"/>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6" name="Picture 15">
            <a:extLst>
              <a:ext uri="{FF2B5EF4-FFF2-40B4-BE49-F238E27FC236}">
                <a16:creationId xmlns:a16="http://schemas.microsoft.com/office/drawing/2014/main" id="{3936BDB3-E435-DE41-F3CD-7C112E1F455B}"/>
              </a:ext>
            </a:extLst>
          </p:cNvPr>
          <p:cNvPicPr>
            <a:picLocks noChangeAspect="1"/>
          </p:cNvPicPr>
          <p:nvPr/>
        </p:nvPicPr>
        <p:blipFill>
          <a:blip r:embed="rId9"/>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906786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CE12A-6C95-47AF-6498-E2CBECC06E9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8711CD5-A23C-2088-0891-9FF6A7297713}"/>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C1273476-BE66-0B54-6E64-E7E60B6F1218}"/>
              </a:ext>
            </a:extLst>
          </p:cNvPr>
          <p:cNvSpPr txBox="1">
            <a:spLocks/>
          </p:cNvSpPr>
          <p:nvPr/>
        </p:nvSpPr>
        <p:spPr>
          <a:xfrm>
            <a:off x="784054" y="1638300"/>
            <a:ext cx="169324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Aviso Legal y Consideraciones Legales</a:t>
            </a:r>
          </a:p>
        </p:txBody>
      </p:sp>
      <p:sp>
        <p:nvSpPr>
          <p:cNvPr id="13" name="Freeform 4">
            <a:extLst>
              <a:ext uri="{FF2B5EF4-FFF2-40B4-BE49-F238E27FC236}">
                <a16:creationId xmlns:a16="http://schemas.microsoft.com/office/drawing/2014/main" id="{44EF9575-B937-F065-4BFA-C48B3D0760C1}"/>
              </a:ext>
            </a:extLst>
          </p:cNvPr>
          <p:cNvSpPr/>
          <p:nvPr/>
        </p:nvSpPr>
        <p:spPr>
          <a:xfrm>
            <a:off x="12569145" y="2331498"/>
            <a:ext cx="4652055" cy="6106516"/>
          </a:xfrm>
          <a:custGeom>
            <a:avLst/>
            <a:gdLst/>
            <a:ahLst/>
            <a:cxnLst/>
            <a:rect l="l" t="t" r="r" b="b"/>
            <a:pathLst>
              <a:path w="4652055" h="6106516">
                <a:moveTo>
                  <a:pt x="0" y="0"/>
                </a:moveTo>
                <a:lnTo>
                  <a:pt x="4652055" y="0"/>
                </a:lnTo>
                <a:lnTo>
                  <a:pt x="4652055" y="6106516"/>
                </a:lnTo>
                <a:lnTo>
                  <a:pt x="0" y="6106516"/>
                </a:lnTo>
                <a:lnTo>
                  <a:pt x="0" y="0"/>
                </a:lnTo>
                <a:close/>
              </a:path>
            </a:pathLst>
          </a:custGeom>
          <a:blipFill>
            <a:blip r:embed="rId5">
              <a:extLst>
                <a:ext uri="{96DAC541-7B7A-43D3-8B79-37D633B846F1}">
                  <asvg:svgBlip xmlns:asvg="http://schemas.microsoft.com/office/drawing/2016/SVG/main" r:embed="rId6"/>
                </a:ext>
              </a:extLst>
            </a:blip>
            <a:stretch>
              <a:fillRect/>
            </a:stretch>
          </a:blipFill>
          <a:ln cap="sq">
            <a:noFill/>
            <a:prstDash val="solid"/>
            <a:miter/>
          </a:ln>
        </p:spPr>
        <p:txBody>
          <a:bodyPr/>
          <a:lstStyle/>
          <a:p>
            <a:endParaRPr lang="es-ES" noProof="0" dirty="0"/>
          </a:p>
        </p:txBody>
      </p:sp>
      <p:sp>
        <p:nvSpPr>
          <p:cNvPr id="15" name="Freeform 5">
            <a:extLst>
              <a:ext uri="{FF2B5EF4-FFF2-40B4-BE49-F238E27FC236}">
                <a16:creationId xmlns:a16="http://schemas.microsoft.com/office/drawing/2014/main" id="{BECA1382-0FEB-D44E-8A88-F5FD39A0C546}"/>
              </a:ext>
            </a:extLst>
          </p:cNvPr>
          <p:cNvSpPr/>
          <p:nvPr/>
        </p:nvSpPr>
        <p:spPr>
          <a:xfrm>
            <a:off x="10690250" y="4007523"/>
            <a:ext cx="2597247" cy="4793577"/>
          </a:xfrm>
          <a:custGeom>
            <a:avLst/>
            <a:gdLst/>
            <a:ahLst/>
            <a:cxnLst/>
            <a:rect l="l" t="t" r="r" b="b"/>
            <a:pathLst>
              <a:path w="2597247" h="4793577">
                <a:moveTo>
                  <a:pt x="0" y="0"/>
                </a:moveTo>
                <a:lnTo>
                  <a:pt x="2597247" y="0"/>
                </a:lnTo>
                <a:lnTo>
                  <a:pt x="2597247" y="4793577"/>
                </a:lnTo>
                <a:lnTo>
                  <a:pt x="0" y="4793577"/>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s-ES" noProof="0" dirty="0"/>
          </a:p>
        </p:txBody>
      </p:sp>
      <p:sp>
        <p:nvSpPr>
          <p:cNvPr id="18" name="TextBox 12">
            <a:extLst>
              <a:ext uri="{FF2B5EF4-FFF2-40B4-BE49-F238E27FC236}">
                <a16:creationId xmlns:a16="http://schemas.microsoft.com/office/drawing/2014/main" id="{739EB40D-5317-006A-94A1-10FBA484749D}"/>
              </a:ext>
            </a:extLst>
          </p:cNvPr>
          <p:cNvSpPr txBox="1"/>
          <p:nvPr/>
        </p:nvSpPr>
        <p:spPr>
          <a:xfrm>
            <a:off x="1427983" y="5372003"/>
            <a:ext cx="8322820" cy="3939540"/>
          </a:xfrm>
          <a:prstGeom prst="rect">
            <a:avLst/>
          </a:prstGeom>
        </p:spPr>
        <p:txBody>
          <a:bodyPr wrap="square" lIns="0" tIns="0" rIns="0" bIns="0" rtlCol="0" anchor="t">
            <a:spAutoFit/>
          </a:bodyPr>
          <a:lstStyle/>
          <a:p>
            <a:pPr algn="ctr"/>
            <a:r>
              <a:rPr lang="es-ES" sz="3200" noProof="0" dirty="0">
                <a:solidFill>
                  <a:srgbClr val="343434"/>
                </a:solidFill>
                <a:latin typeface="DM Sans"/>
                <a:ea typeface="DM Sans"/>
                <a:cs typeface="DM Sans"/>
                <a:sym typeface="DM Sans"/>
              </a:rPr>
              <a:t>Usa las tecnologías disponibles, pero verifica los hechos.</a:t>
            </a:r>
          </a:p>
          <a:p>
            <a:pPr algn="ctr"/>
            <a:endParaRPr lang="es-ES" sz="3200" noProof="0" dirty="0">
              <a:solidFill>
                <a:srgbClr val="343434"/>
              </a:solidFill>
              <a:latin typeface="DM Sans"/>
              <a:ea typeface="DM Sans"/>
              <a:cs typeface="DM Sans"/>
              <a:sym typeface="DM Sans"/>
            </a:endParaRPr>
          </a:p>
          <a:p>
            <a:pPr algn="ctr"/>
            <a:r>
              <a:rPr lang="es-ES" sz="3200" b="1" noProof="0" dirty="0">
                <a:solidFill>
                  <a:srgbClr val="343434"/>
                </a:solidFill>
                <a:latin typeface="DM Sans"/>
                <a:ea typeface="DM Sans"/>
                <a:cs typeface="DM Sans"/>
                <a:sym typeface="DM Sans"/>
              </a:rPr>
              <a:t>Siempre verifica los hechos.</a:t>
            </a:r>
          </a:p>
          <a:p>
            <a:pPr algn="ctr"/>
            <a:endParaRPr lang="es-ES" sz="3200" noProof="0" dirty="0">
              <a:solidFill>
                <a:srgbClr val="343434"/>
              </a:solidFill>
              <a:latin typeface="DM Sans"/>
              <a:ea typeface="DM Sans"/>
              <a:cs typeface="DM Sans"/>
              <a:sym typeface="DM Sans"/>
            </a:endParaRPr>
          </a:p>
          <a:p>
            <a:pPr algn="ctr"/>
            <a:r>
              <a:rPr lang="es-ES" sz="3200" noProof="0" dirty="0">
                <a:solidFill>
                  <a:srgbClr val="343434"/>
                </a:solidFill>
                <a:latin typeface="DM Sans"/>
                <a:ea typeface="DM Sans"/>
                <a:cs typeface="DM Sans"/>
                <a:sym typeface="DM Sans"/>
              </a:rPr>
              <a:t>La IA es más que ChatGPT. Grok, Claude…</a:t>
            </a:r>
          </a:p>
          <a:p>
            <a:pPr algn="ctr"/>
            <a:endParaRPr lang="es-ES" sz="3200" noProof="0" dirty="0">
              <a:solidFill>
                <a:srgbClr val="343434"/>
              </a:solidFill>
              <a:latin typeface="DM Sans"/>
              <a:ea typeface="DM Sans"/>
              <a:cs typeface="DM Sans"/>
              <a:sym typeface="DM Sans"/>
            </a:endParaRPr>
          </a:p>
          <a:p>
            <a:pPr algn="ctr"/>
            <a:r>
              <a:rPr lang="es-ES" sz="3200" b="1" u="sng" noProof="0" dirty="0">
                <a:solidFill>
                  <a:srgbClr val="343434"/>
                </a:solidFill>
                <a:latin typeface="DM Sans"/>
                <a:ea typeface="DM Sans"/>
                <a:cs typeface="DM Sans"/>
                <a:sym typeface="DM Sans"/>
              </a:rPr>
              <a:t>Úsalos todos.</a:t>
            </a:r>
          </a:p>
        </p:txBody>
      </p:sp>
      <p:sp>
        <p:nvSpPr>
          <p:cNvPr id="20" name="TextBox 14">
            <a:extLst>
              <a:ext uri="{FF2B5EF4-FFF2-40B4-BE49-F238E27FC236}">
                <a16:creationId xmlns:a16="http://schemas.microsoft.com/office/drawing/2014/main" id="{21925510-4294-D2CF-DDB4-887F951C83E4}"/>
              </a:ext>
            </a:extLst>
          </p:cNvPr>
          <p:cNvSpPr txBox="1"/>
          <p:nvPr/>
        </p:nvSpPr>
        <p:spPr>
          <a:xfrm>
            <a:off x="1066800" y="2507980"/>
            <a:ext cx="4964725" cy="2098203"/>
          </a:xfrm>
          <a:prstGeom prst="rect">
            <a:avLst/>
          </a:prstGeom>
        </p:spPr>
        <p:txBody>
          <a:bodyPr wrap="square" lIns="0" tIns="0" rIns="0" bIns="0" rtlCol="0" anchor="t">
            <a:spAutoFit/>
          </a:bodyPr>
          <a:lstStyle/>
          <a:p>
            <a:pPr>
              <a:lnSpc>
                <a:spcPts val="8400"/>
              </a:lnSpc>
            </a:pPr>
            <a:r>
              <a:rPr lang="es-ES" sz="6000" noProof="0" dirty="0">
                <a:solidFill>
                  <a:srgbClr val="343434"/>
                </a:solidFill>
                <a:latin typeface="Cooper Hewitt"/>
                <a:ea typeface="Cooper Hewitt"/>
                <a:cs typeface="Cooper Hewitt"/>
                <a:sym typeface="Cooper Hewitt"/>
              </a:rPr>
              <a:t>INTELIGENCIA ARTIFICIAL</a:t>
            </a:r>
          </a:p>
        </p:txBody>
      </p:sp>
      <p:sp>
        <p:nvSpPr>
          <p:cNvPr id="21" name="TextBox 12">
            <a:extLst>
              <a:ext uri="{FF2B5EF4-FFF2-40B4-BE49-F238E27FC236}">
                <a16:creationId xmlns:a16="http://schemas.microsoft.com/office/drawing/2014/main" id="{51905727-9DE8-FEC9-A69A-E5F54394698E}"/>
              </a:ext>
            </a:extLst>
          </p:cNvPr>
          <p:cNvSpPr txBox="1"/>
          <p:nvPr/>
        </p:nvSpPr>
        <p:spPr>
          <a:xfrm>
            <a:off x="1118632" y="4755209"/>
            <a:ext cx="9707212" cy="318742"/>
          </a:xfrm>
          <a:prstGeom prst="rect">
            <a:avLst/>
          </a:prstGeom>
        </p:spPr>
        <p:txBody>
          <a:bodyPr wrap="square" lIns="0" tIns="0" rIns="0" bIns="0" rtlCol="0" anchor="t">
            <a:spAutoFit/>
          </a:bodyPr>
          <a:lstStyle/>
          <a:p>
            <a:pPr>
              <a:lnSpc>
                <a:spcPts val="2380"/>
              </a:lnSpc>
            </a:pPr>
            <a:r>
              <a:rPr lang="es-ES" sz="2000" noProof="0" dirty="0">
                <a:solidFill>
                  <a:srgbClr val="343434"/>
                </a:solidFill>
                <a:latin typeface="DM Sans"/>
                <a:ea typeface="DM Sans"/>
                <a:cs typeface="DM Sans"/>
                <a:sym typeface="DM Sans"/>
              </a:rPr>
              <a:t>Se utilizó en esta presentación</a:t>
            </a:r>
            <a:endParaRPr lang="es-ES" sz="2000" b="1" u="sng" noProof="0" dirty="0">
              <a:solidFill>
                <a:srgbClr val="343434"/>
              </a:solidFill>
              <a:latin typeface="DM Sans"/>
              <a:ea typeface="DM Sans"/>
              <a:cs typeface="DM Sans"/>
              <a:sym typeface="DM Sans"/>
            </a:endParaRPr>
          </a:p>
        </p:txBody>
      </p:sp>
      <p:sp>
        <p:nvSpPr>
          <p:cNvPr id="22" name="TextBox 15">
            <a:extLst>
              <a:ext uri="{FF2B5EF4-FFF2-40B4-BE49-F238E27FC236}">
                <a16:creationId xmlns:a16="http://schemas.microsoft.com/office/drawing/2014/main" id="{A5BBB10E-B182-138D-328C-48D021D052AD}"/>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4</a:t>
            </a:fld>
            <a:endParaRPr lang="es-ES" sz="1500" b="1" noProof="0" dirty="0">
              <a:solidFill>
                <a:srgbClr val="343434"/>
              </a:solidFill>
              <a:latin typeface="DM Sans Bold"/>
              <a:ea typeface="DM Sans Bold"/>
              <a:cs typeface="DM Sans Bold"/>
              <a:sym typeface="DM Sans Bold"/>
            </a:endParaRPr>
          </a:p>
        </p:txBody>
      </p:sp>
      <p:sp>
        <p:nvSpPr>
          <p:cNvPr id="4" name="TextBox 10">
            <a:extLst>
              <a:ext uri="{FF2B5EF4-FFF2-40B4-BE49-F238E27FC236}">
                <a16:creationId xmlns:a16="http://schemas.microsoft.com/office/drawing/2014/main" id="{0A31B417-7B7A-4BE3-AE8E-9E3B82161527}"/>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5" name="TextBox 12">
            <a:extLst>
              <a:ext uri="{FF2B5EF4-FFF2-40B4-BE49-F238E27FC236}">
                <a16:creationId xmlns:a16="http://schemas.microsoft.com/office/drawing/2014/main" id="{C559CB95-1AA6-A0FA-E565-E3884CAEA630}"/>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F1C01D0F-D974-D222-921D-C63F817836F6}"/>
              </a:ext>
            </a:extLst>
          </p:cNvPr>
          <p:cNvPicPr>
            <a:picLocks noChangeAspect="1"/>
          </p:cNvPicPr>
          <p:nvPr/>
        </p:nvPicPr>
        <p:blipFill>
          <a:blip r:embed="rId9"/>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7744781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E553E-89F8-CA97-4A4E-85D750C449E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AFA1D89-CCB6-30C0-EDDB-C1BBB7AE90B3}"/>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15" name="TextBox 15">
            <a:extLst>
              <a:ext uri="{FF2B5EF4-FFF2-40B4-BE49-F238E27FC236}">
                <a16:creationId xmlns:a16="http://schemas.microsoft.com/office/drawing/2014/main" id="{4B39B382-58B5-611E-995B-7EA27FF0DCD9}"/>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5</a:t>
            </a:fld>
            <a:endParaRPr lang="es-ES" sz="1500" b="1" noProof="0" dirty="0">
              <a:solidFill>
                <a:srgbClr val="343434"/>
              </a:solidFill>
              <a:latin typeface="DM Sans Bold"/>
              <a:ea typeface="DM Sans Bold"/>
              <a:cs typeface="DM Sans Bold"/>
              <a:sym typeface="DM Sans Bold"/>
            </a:endParaRPr>
          </a:p>
        </p:txBody>
      </p:sp>
      <p:sp>
        <p:nvSpPr>
          <p:cNvPr id="3" name="Title 1">
            <a:extLst>
              <a:ext uri="{FF2B5EF4-FFF2-40B4-BE49-F238E27FC236}">
                <a16:creationId xmlns:a16="http://schemas.microsoft.com/office/drawing/2014/main" id="{5BA34C79-A73F-DD48-55DF-786B0D2CEA19}"/>
              </a:ext>
            </a:extLst>
          </p:cNvPr>
          <p:cNvSpPr txBox="1">
            <a:spLocks/>
          </p:cNvSpPr>
          <p:nvPr/>
        </p:nvSpPr>
        <p:spPr>
          <a:xfrm>
            <a:off x="784054" y="1638300"/>
            <a:ext cx="169324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Orden del día</a:t>
            </a:r>
          </a:p>
        </p:txBody>
      </p:sp>
      <p:graphicFrame>
        <p:nvGraphicFramePr>
          <p:cNvPr id="5" name="Content Placeholder 5">
            <a:extLst>
              <a:ext uri="{FF2B5EF4-FFF2-40B4-BE49-F238E27FC236}">
                <a16:creationId xmlns:a16="http://schemas.microsoft.com/office/drawing/2014/main" id="{7909D6FF-E358-D8DE-A77F-E36A1DBAD68C}"/>
              </a:ext>
            </a:extLst>
          </p:cNvPr>
          <p:cNvGraphicFramePr>
            <a:graphicFrameLocks noGrp="1"/>
          </p:cNvGraphicFramePr>
          <p:nvPr>
            <p:extLst>
              <p:ext uri="{D42A27DB-BD31-4B8C-83A1-F6EECF244321}">
                <p14:modId xmlns:p14="http://schemas.microsoft.com/office/powerpoint/2010/main" val="2287104860"/>
              </p:ext>
            </p:extLst>
          </p:nvPr>
        </p:nvGraphicFramePr>
        <p:xfrm>
          <a:off x="950912" y="2757342"/>
          <a:ext cx="16765588" cy="6043758"/>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4" name="TextBox 10">
            <a:extLst>
              <a:ext uri="{FF2B5EF4-FFF2-40B4-BE49-F238E27FC236}">
                <a16:creationId xmlns:a16="http://schemas.microsoft.com/office/drawing/2014/main" id="{5A5D44A6-C36C-65A5-EFE5-E6A865447B23}"/>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7" name="TextBox 12">
            <a:extLst>
              <a:ext uri="{FF2B5EF4-FFF2-40B4-BE49-F238E27FC236}">
                <a16:creationId xmlns:a16="http://schemas.microsoft.com/office/drawing/2014/main" id="{138D40F2-AC3C-0B12-1732-E6E6E9D3B7BA}"/>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8" name="Picture 7">
            <a:extLst>
              <a:ext uri="{FF2B5EF4-FFF2-40B4-BE49-F238E27FC236}">
                <a16:creationId xmlns:a16="http://schemas.microsoft.com/office/drawing/2014/main" id="{86A0DFA2-AEED-1F6D-05D0-FAA19702E36C}"/>
              </a:ext>
            </a:extLst>
          </p:cNvPr>
          <p:cNvPicPr>
            <a:picLocks noChangeAspect="1"/>
          </p:cNvPicPr>
          <p:nvPr/>
        </p:nvPicPr>
        <p:blipFill>
          <a:blip r:embed="rId10"/>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65162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ABDAD-53B6-507C-58BA-39077964644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A131D29-8EE0-0E0C-2FEB-5654FD471AB0}"/>
              </a:ext>
            </a:extLst>
          </p:cNvPr>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7" name="TextBox 7">
            <a:extLst>
              <a:ext uri="{FF2B5EF4-FFF2-40B4-BE49-F238E27FC236}">
                <a16:creationId xmlns:a16="http://schemas.microsoft.com/office/drawing/2014/main" id="{C76D6D14-245C-8EB1-91D6-B411764795EE}"/>
              </a:ext>
            </a:extLst>
          </p:cNvPr>
          <p:cNvSpPr txBox="1"/>
          <p:nvPr/>
        </p:nvSpPr>
        <p:spPr>
          <a:xfrm>
            <a:off x="1066800" y="4352841"/>
            <a:ext cx="12780947" cy="2105898"/>
          </a:xfrm>
          <a:prstGeom prst="rect">
            <a:avLst/>
          </a:prstGeom>
        </p:spPr>
        <p:txBody>
          <a:bodyPr wrap="square" lIns="0" tIns="0" rIns="0" bIns="0" rtlCol="0" anchor="t">
            <a:spAutoFit/>
          </a:bodyPr>
          <a:lstStyle/>
          <a:p>
            <a:pPr algn="l">
              <a:lnSpc>
                <a:spcPts val="16818"/>
              </a:lnSpc>
            </a:pPr>
            <a:r>
              <a:rPr lang="es-ES" sz="13800" b="1" noProof="0" dirty="0">
                <a:solidFill>
                  <a:srgbClr val="343434"/>
                </a:solidFill>
                <a:latin typeface="Cooper Hewitt Bold"/>
                <a:ea typeface="Cooper Hewitt Bold"/>
                <a:cs typeface="Cooper Hewitt Bold"/>
                <a:sym typeface="Cooper Hewitt Bold"/>
              </a:rPr>
              <a:t>OSINT</a:t>
            </a:r>
          </a:p>
        </p:txBody>
      </p:sp>
      <p:sp>
        <p:nvSpPr>
          <p:cNvPr id="32" name="Freeform 10">
            <a:extLst>
              <a:ext uri="{FF2B5EF4-FFF2-40B4-BE49-F238E27FC236}">
                <a16:creationId xmlns:a16="http://schemas.microsoft.com/office/drawing/2014/main" id="{43FDEBF2-02C9-D6F6-D878-75074E868370}"/>
              </a:ext>
            </a:extLst>
          </p:cNvPr>
          <p:cNvSpPr/>
          <p:nvPr/>
        </p:nvSpPr>
        <p:spPr>
          <a:xfrm>
            <a:off x="9144000" y="3024871"/>
            <a:ext cx="6899120" cy="4237257"/>
          </a:xfrm>
          <a:custGeom>
            <a:avLst/>
            <a:gdLst/>
            <a:ahLst/>
            <a:cxnLst/>
            <a:rect l="l" t="t" r="r" b="b"/>
            <a:pathLst>
              <a:path w="4202073" h="2521244">
                <a:moveTo>
                  <a:pt x="0" y="0"/>
                </a:moveTo>
                <a:lnTo>
                  <a:pt x="4202074" y="0"/>
                </a:lnTo>
                <a:lnTo>
                  <a:pt x="4202074" y="2521245"/>
                </a:lnTo>
                <a:lnTo>
                  <a:pt x="0" y="2521245"/>
                </a:lnTo>
                <a:lnTo>
                  <a:pt x="0" y="0"/>
                </a:lnTo>
                <a:close/>
              </a:path>
            </a:pathLst>
          </a:custGeom>
          <a:blipFill>
            <a:blip r:embed="rId5">
              <a:extLst>
                <a:ext uri="{96DAC541-7B7A-43D3-8B79-37D633B846F1}">
                  <asvg:svgBlip xmlns:asvg="http://schemas.microsoft.com/office/drawing/2016/SVG/main" r:embed="rId6"/>
                </a:ext>
              </a:extLst>
            </a:blip>
            <a:stretch>
              <a:fillRect/>
            </a:stretch>
          </a:blipFill>
          <a:ln cap="sq">
            <a:noFill/>
            <a:prstDash val="solid"/>
            <a:miter/>
          </a:ln>
        </p:spPr>
        <p:txBody>
          <a:bodyPr/>
          <a:lstStyle/>
          <a:p>
            <a:endParaRPr lang="es-ES" noProof="0" dirty="0"/>
          </a:p>
        </p:txBody>
      </p:sp>
      <p:sp>
        <p:nvSpPr>
          <p:cNvPr id="3" name="TextBox 15">
            <a:extLst>
              <a:ext uri="{FF2B5EF4-FFF2-40B4-BE49-F238E27FC236}">
                <a16:creationId xmlns:a16="http://schemas.microsoft.com/office/drawing/2014/main" id="{943B5D32-FB79-AC7A-C63B-CD4FDC7D7C57}"/>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6</a:t>
            </a:fld>
            <a:endParaRPr lang="es-ES" sz="1500" b="1" noProof="0" dirty="0">
              <a:solidFill>
                <a:srgbClr val="343434"/>
              </a:solidFill>
              <a:latin typeface="DM Sans Bold"/>
              <a:ea typeface="DM Sans Bold"/>
              <a:cs typeface="DM Sans Bold"/>
              <a:sym typeface="DM Sans Bold"/>
            </a:endParaRPr>
          </a:p>
        </p:txBody>
      </p:sp>
      <p:sp>
        <p:nvSpPr>
          <p:cNvPr id="4" name="TextBox 10">
            <a:extLst>
              <a:ext uri="{FF2B5EF4-FFF2-40B4-BE49-F238E27FC236}">
                <a16:creationId xmlns:a16="http://schemas.microsoft.com/office/drawing/2014/main" id="{63BAFC9A-8A6E-4E49-6557-BFDDF8AAEC9E}"/>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5" name="TextBox 12">
            <a:extLst>
              <a:ext uri="{FF2B5EF4-FFF2-40B4-BE49-F238E27FC236}">
                <a16:creationId xmlns:a16="http://schemas.microsoft.com/office/drawing/2014/main" id="{85895114-35BB-BF7D-056D-1FCDDC082A1E}"/>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6" name="Picture 5">
            <a:extLst>
              <a:ext uri="{FF2B5EF4-FFF2-40B4-BE49-F238E27FC236}">
                <a16:creationId xmlns:a16="http://schemas.microsoft.com/office/drawing/2014/main" id="{DA331B5C-8BA5-4CCB-274E-5AA90DE5B991}"/>
              </a:ext>
            </a:extLst>
          </p:cNvPr>
          <p:cNvPicPr>
            <a:picLocks noChangeAspect="1"/>
          </p:cNvPicPr>
          <p:nvPr/>
        </p:nvPicPr>
        <p:blipFill>
          <a:blip r:embed="rId7"/>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770183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EB913-BEBF-0FF4-6EAC-74B401E8E2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D1585C5-31F8-C915-9BBC-BB07DEB94EB6}"/>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DFB0CD6A-C600-6C31-A800-51C4D9E3429B}"/>
              </a:ext>
            </a:extLst>
          </p:cNvPr>
          <p:cNvSpPr txBox="1">
            <a:spLocks/>
          </p:cNvSpPr>
          <p:nvPr/>
        </p:nvSpPr>
        <p:spPr>
          <a:xfrm>
            <a:off x="860254" y="1638300"/>
            <a:ext cx="165133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OSINT</a:t>
            </a:r>
          </a:p>
        </p:txBody>
      </p:sp>
      <p:sp>
        <p:nvSpPr>
          <p:cNvPr id="7" name="Content Placeholder 2">
            <a:extLst>
              <a:ext uri="{FF2B5EF4-FFF2-40B4-BE49-F238E27FC236}">
                <a16:creationId xmlns:a16="http://schemas.microsoft.com/office/drawing/2014/main" id="{21ED1466-54BC-83F8-A37A-F3156307C12A}"/>
              </a:ext>
            </a:extLst>
          </p:cNvPr>
          <p:cNvSpPr txBox="1">
            <a:spLocks/>
          </p:cNvSpPr>
          <p:nvPr/>
        </p:nvSpPr>
        <p:spPr>
          <a:xfrm>
            <a:off x="860254" y="2620962"/>
            <a:ext cx="121699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noProof="0" dirty="0"/>
              <a:t>La inteligencia de fuentes abiertas (OSINT) consiste en la recopilación y el análisis de datos obtenidos de fuentes abiertas (fuentes públicas y de acceso público) para generar inteligencia procesable. (Wikipedia)</a:t>
            </a:r>
          </a:p>
          <a:p>
            <a:pPr marL="0" indent="0">
              <a:buNone/>
            </a:pPr>
            <a:endParaRPr lang="es-ES" noProof="0" dirty="0"/>
          </a:p>
          <a:p>
            <a:pPr marL="0" indent="0">
              <a:buNone/>
            </a:pPr>
            <a:r>
              <a:rPr lang="es-ES" noProof="0" dirty="0"/>
              <a:t>Recopilación de información de:</a:t>
            </a:r>
          </a:p>
          <a:p>
            <a:r>
              <a:rPr lang="es-ES" noProof="0" dirty="0"/>
              <a:t>sitios web gubernamentales</a:t>
            </a:r>
          </a:p>
          <a:p>
            <a:r>
              <a:rPr lang="es-ES" noProof="0" dirty="0"/>
              <a:t>motores de búsqueda (Google, etc.)</a:t>
            </a:r>
          </a:p>
          <a:p>
            <a:r>
              <a:rPr lang="es-ES" noProof="0" dirty="0"/>
              <a:t>redes sociales (Facebook, etc.)</a:t>
            </a:r>
          </a:p>
          <a:p>
            <a:r>
              <a:rPr lang="es-ES" noProof="0" dirty="0"/>
              <a:t>Mapas</a:t>
            </a:r>
          </a:p>
          <a:p>
            <a:r>
              <a:rPr lang="es-ES" noProof="0" dirty="0"/>
              <a:t>…</a:t>
            </a:r>
          </a:p>
        </p:txBody>
      </p:sp>
      <p:sp>
        <p:nvSpPr>
          <p:cNvPr id="13" name="Freeform 4">
            <a:extLst>
              <a:ext uri="{FF2B5EF4-FFF2-40B4-BE49-F238E27FC236}">
                <a16:creationId xmlns:a16="http://schemas.microsoft.com/office/drawing/2014/main" id="{E5F704C7-BF46-F311-2F60-44421366D0E5}"/>
              </a:ext>
            </a:extLst>
          </p:cNvPr>
          <p:cNvSpPr/>
          <p:nvPr/>
        </p:nvSpPr>
        <p:spPr>
          <a:xfrm>
            <a:off x="13424041" y="2508892"/>
            <a:ext cx="4132897" cy="6143495"/>
          </a:xfrm>
          <a:custGeom>
            <a:avLst/>
            <a:gdLst/>
            <a:ahLst/>
            <a:cxnLst/>
            <a:rect l="l" t="t" r="r" b="b"/>
            <a:pathLst>
              <a:path w="4132897" h="6143495">
                <a:moveTo>
                  <a:pt x="0" y="0"/>
                </a:moveTo>
                <a:lnTo>
                  <a:pt x="4132897" y="0"/>
                </a:lnTo>
                <a:lnTo>
                  <a:pt x="4132897" y="6143495"/>
                </a:lnTo>
                <a:lnTo>
                  <a:pt x="0" y="614349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s-ES" noProof="0" dirty="0"/>
          </a:p>
        </p:txBody>
      </p:sp>
      <p:sp>
        <p:nvSpPr>
          <p:cNvPr id="15" name="Content Placeholder 2">
            <a:extLst>
              <a:ext uri="{FF2B5EF4-FFF2-40B4-BE49-F238E27FC236}">
                <a16:creationId xmlns:a16="http://schemas.microsoft.com/office/drawing/2014/main" id="{58B31FBB-D9F5-6F72-F3CA-EF075DA0EF40}"/>
              </a:ext>
            </a:extLst>
          </p:cNvPr>
          <p:cNvSpPr txBox="1">
            <a:spLocks/>
          </p:cNvSpPr>
          <p:nvPr/>
        </p:nvSpPr>
        <p:spPr>
          <a:xfrm>
            <a:off x="865170" y="8572500"/>
            <a:ext cx="15468600" cy="675082"/>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noProof="0" dirty="0"/>
              <a:t>Y luego extraer/relacionar/inferir nueva información con mayor valor/potencial</a:t>
            </a:r>
          </a:p>
        </p:txBody>
      </p:sp>
      <p:sp>
        <p:nvSpPr>
          <p:cNvPr id="4" name="TextBox 15">
            <a:extLst>
              <a:ext uri="{FF2B5EF4-FFF2-40B4-BE49-F238E27FC236}">
                <a16:creationId xmlns:a16="http://schemas.microsoft.com/office/drawing/2014/main" id="{1053773D-4B27-0BD8-0A19-B9C65893A787}"/>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7</a:t>
            </a:fld>
            <a:endParaRPr lang="es-ES" sz="1500" b="1" noProof="0" dirty="0">
              <a:solidFill>
                <a:srgbClr val="343434"/>
              </a:solidFill>
              <a:latin typeface="DM Sans Bold"/>
              <a:ea typeface="DM Sans Bold"/>
              <a:cs typeface="DM Sans Bold"/>
              <a:sym typeface="DM Sans Bold"/>
            </a:endParaRPr>
          </a:p>
        </p:txBody>
      </p:sp>
      <p:sp>
        <p:nvSpPr>
          <p:cNvPr id="5" name="TextBox 10">
            <a:extLst>
              <a:ext uri="{FF2B5EF4-FFF2-40B4-BE49-F238E27FC236}">
                <a16:creationId xmlns:a16="http://schemas.microsoft.com/office/drawing/2014/main" id="{AE220AB7-97C2-6406-DD6C-4CD6FC427E88}"/>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6" name="TextBox 12">
            <a:extLst>
              <a:ext uri="{FF2B5EF4-FFF2-40B4-BE49-F238E27FC236}">
                <a16:creationId xmlns:a16="http://schemas.microsoft.com/office/drawing/2014/main" id="{A1AC56D2-1709-6582-5EFB-8AAACFEDBF71}"/>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8" name="Picture 7">
            <a:extLst>
              <a:ext uri="{FF2B5EF4-FFF2-40B4-BE49-F238E27FC236}">
                <a16:creationId xmlns:a16="http://schemas.microsoft.com/office/drawing/2014/main" id="{E74B5807-C5F7-D606-9A27-E8438549E2FE}"/>
              </a:ext>
            </a:extLst>
          </p:cNvPr>
          <p:cNvPicPr>
            <a:picLocks noChangeAspect="1"/>
          </p:cNvPicPr>
          <p:nvPr/>
        </p:nvPicPr>
        <p:blipFill>
          <a:blip r:embed="rId7"/>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35838099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40FCF-B1EA-30CF-AAC5-EB2DC7535E5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8A737FF-1856-B303-72CD-17C44AB84042}"/>
              </a:ext>
            </a:extLst>
          </p:cNvPr>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extBox 7">
            <a:extLst>
              <a:ext uri="{FF2B5EF4-FFF2-40B4-BE49-F238E27FC236}">
                <a16:creationId xmlns:a16="http://schemas.microsoft.com/office/drawing/2014/main" id="{3B038D35-EAC3-5408-E288-31AA3A243D19}"/>
              </a:ext>
            </a:extLst>
          </p:cNvPr>
          <p:cNvSpPr txBox="1"/>
          <p:nvPr/>
        </p:nvSpPr>
        <p:spPr>
          <a:xfrm>
            <a:off x="1066800" y="4352841"/>
            <a:ext cx="12780947" cy="2024208"/>
          </a:xfrm>
          <a:prstGeom prst="rect">
            <a:avLst/>
          </a:prstGeom>
        </p:spPr>
        <p:txBody>
          <a:bodyPr wrap="square" lIns="0" tIns="0" rIns="0" bIns="0" rtlCol="0" anchor="t">
            <a:spAutoFit/>
          </a:bodyPr>
          <a:lstStyle/>
          <a:p>
            <a:pPr algn="l">
              <a:lnSpc>
                <a:spcPts val="16818"/>
              </a:lnSpc>
            </a:pPr>
            <a:r>
              <a:rPr lang="es-ES" sz="11500" b="1" noProof="0" dirty="0">
                <a:solidFill>
                  <a:srgbClr val="343434"/>
                </a:solidFill>
                <a:latin typeface="Cooper Hewitt Bold"/>
                <a:ea typeface="Cooper Hewitt Bold"/>
                <a:cs typeface="Cooper Hewitt Bold"/>
                <a:sym typeface="Cooper Hewitt Bold"/>
              </a:rPr>
              <a:t>Primer Ministro</a:t>
            </a:r>
          </a:p>
        </p:txBody>
      </p:sp>
      <p:pic>
        <p:nvPicPr>
          <p:cNvPr id="5" name="Picture 4" descr="Cartoon person in a suit and tie&#10;&#10;AI-generated content may be incorrect.">
            <a:extLst>
              <a:ext uri="{FF2B5EF4-FFF2-40B4-BE49-F238E27FC236}">
                <a16:creationId xmlns:a16="http://schemas.microsoft.com/office/drawing/2014/main" id="{F7B8F55A-A709-900A-44BC-941921B976DD}"/>
              </a:ext>
            </a:extLst>
          </p:cNvPr>
          <p:cNvPicPr>
            <a:picLocks noChangeAspect="1"/>
          </p:cNvPicPr>
          <p:nvPr/>
        </p:nvPicPr>
        <p:blipFill>
          <a:blip r:embed="rId5"/>
          <a:stretch>
            <a:fillRect/>
          </a:stretch>
        </p:blipFill>
        <p:spPr>
          <a:xfrm>
            <a:off x="11956472" y="2834040"/>
            <a:ext cx="5143500" cy="5143500"/>
          </a:xfrm>
          <a:prstGeom prst="rect">
            <a:avLst/>
          </a:prstGeom>
        </p:spPr>
      </p:pic>
      <p:sp>
        <p:nvSpPr>
          <p:cNvPr id="4" name="TextBox 15">
            <a:extLst>
              <a:ext uri="{FF2B5EF4-FFF2-40B4-BE49-F238E27FC236}">
                <a16:creationId xmlns:a16="http://schemas.microsoft.com/office/drawing/2014/main" id="{52785325-3EDA-0CDD-5B44-24100E5F44C4}"/>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8</a:t>
            </a:fld>
            <a:endParaRPr lang="es-ES" sz="1500" b="1" noProof="0" dirty="0">
              <a:solidFill>
                <a:srgbClr val="343434"/>
              </a:solidFill>
              <a:latin typeface="DM Sans Bold"/>
              <a:ea typeface="DM Sans Bold"/>
              <a:cs typeface="DM Sans Bold"/>
              <a:sym typeface="DM Sans Bold"/>
            </a:endParaRPr>
          </a:p>
        </p:txBody>
      </p:sp>
      <p:sp>
        <p:nvSpPr>
          <p:cNvPr id="6" name="TextBox 10">
            <a:extLst>
              <a:ext uri="{FF2B5EF4-FFF2-40B4-BE49-F238E27FC236}">
                <a16:creationId xmlns:a16="http://schemas.microsoft.com/office/drawing/2014/main" id="{AFC88C04-4048-253E-D51A-E267CD531159}"/>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7" name="TextBox 12">
            <a:extLst>
              <a:ext uri="{FF2B5EF4-FFF2-40B4-BE49-F238E27FC236}">
                <a16:creationId xmlns:a16="http://schemas.microsoft.com/office/drawing/2014/main" id="{F4A7DFBF-0144-4A6A-8755-48787ABAC0B5}"/>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8" name="Picture 7">
            <a:extLst>
              <a:ext uri="{FF2B5EF4-FFF2-40B4-BE49-F238E27FC236}">
                <a16:creationId xmlns:a16="http://schemas.microsoft.com/office/drawing/2014/main" id="{FAD5E7A6-45FF-2A87-97BC-53AAE4192210}"/>
              </a:ext>
            </a:extLst>
          </p:cNvPr>
          <p:cNvPicPr>
            <a:picLocks noChangeAspect="1"/>
          </p:cNvPicPr>
          <p:nvPr/>
        </p:nvPicPr>
        <p:blipFill>
          <a:blip r:embed="rId6"/>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33195899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62E26-A04B-BE5E-702D-7F8DFA61672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8AAF556-0429-177F-C0E0-7F726A3C4A5A}"/>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CDCA684F-8138-221A-B395-6CF59C1F2D5E}"/>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Portal del Gobierno</a:t>
            </a:r>
          </a:p>
        </p:txBody>
      </p:sp>
      <p:sp>
        <p:nvSpPr>
          <p:cNvPr id="7" name="Content Placeholder 2">
            <a:extLst>
              <a:ext uri="{FF2B5EF4-FFF2-40B4-BE49-F238E27FC236}">
                <a16:creationId xmlns:a16="http://schemas.microsoft.com/office/drawing/2014/main" id="{82AD0BA9-1384-57E8-B796-4595D0A22A4F}"/>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p:txBody>
      </p:sp>
      <p:pic>
        <p:nvPicPr>
          <p:cNvPr id="9" name="Picture 8">
            <a:hlinkClick r:id="rId5"/>
            <a:extLst>
              <a:ext uri="{FF2B5EF4-FFF2-40B4-BE49-F238E27FC236}">
                <a16:creationId xmlns:a16="http://schemas.microsoft.com/office/drawing/2014/main" id="{05B420A9-A729-1A36-F3F8-80E834A4B8C9}"/>
              </a:ext>
            </a:extLst>
          </p:cNvPr>
          <p:cNvPicPr>
            <a:picLocks noChangeAspect="1"/>
          </p:cNvPicPr>
          <p:nvPr/>
        </p:nvPicPr>
        <p:blipFill>
          <a:blip r:embed="rId6"/>
          <a:stretch>
            <a:fillRect/>
          </a:stretch>
        </p:blipFill>
        <p:spPr>
          <a:xfrm>
            <a:off x="8991601" y="2352907"/>
            <a:ext cx="7010400" cy="6638694"/>
          </a:xfrm>
          <a:prstGeom prst="rect">
            <a:avLst/>
          </a:prstGeom>
        </p:spPr>
      </p:pic>
      <p:pic>
        <p:nvPicPr>
          <p:cNvPr id="4" name="Picture 3">
            <a:hlinkClick r:id="rId7"/>
            <a:extLst>
              <a:ext uri="{FF2B5EF4-FFF2-40B4-BE49-F238E27FC236}">
                <a16:creationId xmlns:a16="http://schemas.microsoft.com/office/drawing/2014/main" id="{DCCD7FBB-849B-514D-2FBF-C95B0CF132B3}"/>
              </a:ext>
            </a:extLst>
          </p:cNvPr>
          <p:cNvPicPr>
            <a:picLocks noChangeAspect="1"/>
          </p:cNvPicPr>
          <p:nvPr/>
        </p:nvPicPr>
        <p:blipFill>
          <a:blip r:embed="rId8"/>
          <a:stretch>
            <a:fillRect/>
          </a:stretch>
        </p:blipFill>
        <p:spPr>
          <a:xfrm>
            <a:off x="2362200" y="3692351"/>
            <a:ext cx="4572000" cy="4270549"/>
          </a:xfrm>
          <a:prstGeom prst="rect">
            <a:avLst/>
          </a:prstGeom>
        </p:spPr>
      </p:pic>
      <p:sp>
        <p:nvSpPr>
          <p:cNvPr id="5" name="Content Placeholder 2">
            <a:extLst>
              <a:ext uri="{FF2B5EF4-FFF2-40B4-BE49-F238E27FC236}">
                <a16:creationId xmlns:a16="http://schemas.microsoft.com/office/drawing/2014/main" id="{DB85D7F5-3628-EB03-7567-DE801056A7CB}"/>
              </a:ext>
            </a:extLst>
          </p:cNvPr>
          <p:cNvSpPr txBox="1">
            <a:spLocks/>
          </p:cNvSpPr>
          <p:nvPr/>
        </p:nvSpPr>
        <p:spPr>
          <a:xfrm>
            <a:off x="1012654" y="27733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noProof="0" dirty="0"/>
              <a:t>  </a:t>
            </a:r>
          </a:p>
        </p:txBody>
      </p:sp>
      <p:sp>
        <p:nvSpPr>
          <p:cNvPr id="8" name="Content Placeholder 2">
            <a:extLst>
              <a:ext uri="{FF2B5EF4-FFF2-40B4-BE49-F238E27FC236}">
                <a16:creationId xmlns:a16="http://schemas.microsoft.com/office/drawing/2014/main" id="{355EE03B-0C0C-ECEB-3B58-8CBB6D05454C}"/>
              </a:ext>
            </a:extLst>
          </p:cNvPr>
          <p:cNvSpPr txBox="1">
            <a:spLocks/>
          </p:cNvSpPr>
          <p:nvPr/>
        </p:nvSpPr>
        <p:spPr>
          <a:xfrm>
            <a:off x="1134665" y="9169920"/>
            <a:ext cx="16665746"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3200" b="1" noProof="0" dirty="0">
                <a:solidFill>
                  <a:srgbClr val="000000"/>
                </a:solidFill>
                <a:effectLst/>
                <a:latin typeface="Calibri" panose="020F0502020204030204" pitchFamily="34" charset="0"/>
              </a:rPr>
              <a:t>Consejo:</a:t>
            </a:r>
            <a:r>
              <a:rPr lang="es-ES" sz="3200" noProof="0" dirty="0">
                <a:solidFill>
                  <a:srgbClr val="000000"/>
                </a:solidFill>
                <a:effectLst/>
                <a:latin typeface="Calibri" panose="020F0502020204030204" pitchFamily="34" charset="0"/>
              </a:rPr>
              <a:t> Administraciones anteriores, funcionarios, ...</a:t>
            </a:r>
            <a:endParaRPr lang="es-ES" noProof="0" dirty="0"/>
          </a:p>
        </p:txBody>
      </p:sp>
      <p:sp>
        <p:nvSpPr>
          <p:cNvPr id="6" name="TextBox 15">
            <a:extLst>
              <a:ext uri="{FF2B5EF4-FFF2-40B4-BE49-F238E27FC236}">
                <a16:creationId xmlns:a16="http://schemas.microsoft.com/office/drawing/2014/main" id="{D529843B-0018-6191-91B6-F6971BE8097A}"/>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9</a:t>
            </a:fld>
            <a:endParaRPr lang="es-ES" sz="1500" b="1" noProof="0" dirty="0">
              <a:solidFill>
                <a:srgbClr val="343434"/>
              </a:solidFill>
              <a:latin typeface="DM Sans Bold"/>
              <a:ea typeface="DM Sans Bold"/>
              <a:cs typeface="DM Sans Bold"/>
              <a:sym typeface="DM Sans Bold"/>
            </a:endParaRPr>
          </a:p>
        </p:txBody>
      </p:sp>
      <p:sp>
        <p:nvSpPr>
          <p:cNvPr id="10" name="TextBox 10">
            <a:extLst>
              <a:ext uri="{FF2B5EF4-FFF2-40B4-BE49-F238E27FC236}">
                <a16:creationId xmlns:a16="http://schemas.microsoft.com/office/drawing/2014/main" id="{7E92C55D-F851-F928-D673-63813C4EB46D}"/>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11" name="TextBox 12">
            <a:extLst>
              <a:ext uri="{FF2B5EF4-FFF2-40B4-BE49-F238E27FC236}">
                <a16:creationId xmlns:a16="http://schemas.microsoft.com/office/drawing/2014/main" id="{7EA992E9-8DA8-2D3C-1835-574C5A431F00}"/>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2" name="Picture 11">
            <a:extLst>
              <a:ext uri="{FF2B5EF4-FFF2-40B4-BE49-F238E27FC236}">
                <a16:creationId xmlns:a16="http://schemas.microsoft.com/office/drawing/2014/main" id="{C0C12521-C9BB-4D0C-6C71-5750D082F80D}"/>
              </a:ext>
            </a:extLst>
          </p:cNvPr>
          <p:cNvPicPr>
            <a:picLocks noChangeAspect="1"/>
          </p:cNvPicPr>
          <p:nvPr/>
        </p:nvPicPr>
        <p:blipFill>
          <a:blip r:embed="rId9"/>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11195255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9CCAD-897B-2494-5B78-C88DCBD0BFD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C48C274-0544-1430-88CE-86874E74F848}"/>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BC7F26A4-1D3F-33E9-5810-CE6AB2DA7840}"/>
              </a:ext>
            </a:extLst>
          </p:cNvPr>
          <p:cNvSpPr txBox="1">
            <a:spLocks/>
          </p:cNvSpPr>
          <p:nvPr/>
        </p:nvSpPr>
        <p:spPr>
          <a:xfrm>
            <a:off x="860254" y="1638300"/>
            <a:ext cx="165133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Status</a:t>
            </a:r>
          </a:p>
        </p:txBody>
      </p:sp>
      <p:sp>
        <p:nvSpPr>
          <p:cNvPr id="5" name="Content Placeholder 4">
            <a:extLst>
              <a:ext uri="{FF2B5EF4-FFF2-40B4-BE49-F238E27FC236}">
                <a16:creationId xmlns:a16="http://schemas.microsoft.com/office/drawing/2014/main" id="{098CCC06-89C5-E078-D5D8-06F134D775EE}"/>
              </a:ext>
            </a:extLst>
          </p:cNvPr>
          <p:cNvSpPr>
            <a:spLocks noGrp="1"/>
          </p:cNvSpPr>
          <p:nvPr>
            <p:ph sz="half" idx="1"/>
          </p:nvPr>
        </p:nvSpPr>
        <p:spPr>
          <a:xfrm>
            <a:off x="860254" y="2644416"/>
            <a:ext cx="8131346" cy="6004284"/>
          </a:xfrm>
        </p:spPr>
        <p:txBody>
          <a:bodyPr/>
          <a:lstStyle/>
          <a:p>
            <a:r>
              <a:rPr lang="es-ES" sz="2400" b="1" noProof="0" dirty="0"/>
              <a:t>Nombre</a:t>
            </a:r>
            <a:r>
              <a:rPr lang="es-ES" sz="2400" noProof="0" dirty="0"/>
              <a:t>: Luís Montenegro</a:t>
            </a:r>
          </a:p>
          <a:p>
            <a:r>
              <a:rPr lang="es-ES" sz="2400" b="1" noProof="0" dirty="0"/>
              <a:t>Nacimiento</a:t>
            </a:r>
            <a:r>
              <a:rPr lang="es-ES" sz="2400" noProof="0" dirty="0"/>
              <a:t>: 16/02/1973 - Porto</a:t>
            </a:r>
          </a:p>
          <a:p>
            <a:r>
              <a:rPr lang="es-ES" sz="2400" b="1" noProof="0" dirty="0"/>
              <a:t>Estado civil</a:t>
            </a:r>
            <a:r>
              <a:rPr lang="es-ES" sz="2400" noProof="0" dirty="0"/>
              <a:t>: </a:t>
            </a:r>
          </a:p>
          <a:p>
            <a:pPr lvl="1"/>
            <a:r>
              <a:rPr lang="es-ES" sz="2000" noProof="0" dirty="0"/>
              <a:t>Casado</a:t>
            </a:r>
          </a:p>
          <a:p>
            <a:pPr lvl="1"/>
            <a:r>
              <a:rPr lang="es-ES" sz="2000" noProof="0" dirty="0"/>
              <a:t>2 hijos</a:t>
            </a:r>
          </a:p>
          <a:p>
            <a:r>
              <a:rPr lang="es-ES" sz="2400" b="1" noProof="0" dirty="0"/>
              <a:t>Educación</a:t>
            </a:r>
            <a:r>
              <a:rPr lang="es-ES" sz="2400" noProof="0" dirty="0"/>
              <a:t>: </a:t>
            </a:r>
          </a:p>
          <a:p>
            <a:pPr lvl="1"/>
            <a:r>
              <a:rPr lang="es-ES" sz="2000" noProof="0" dirty="0"/>
              <a:t>Licenciado en Derecho - Universidad Católica Portuguesa - 1999</a:t>
            </a:r>
          </a:p>
          <a:p>
            <a:pPr lvl="1"/>
            <a:r>
              <a:rPr lang="es-ES" sz="2000" noProof="0" dirty="0"/>
              <a:t>Postgrado en Protección de Datos Personales - INSEAD</a:t>
            </a:r>
          </a:p>
          <a:p>
            <a:pPr lvl="1"/>
            <a:r>
              <a:rPr lang="es-ES" sz="2000" noProof="0" dirty="0"/>
              <a:t>Programa de Gestión Avanzada - INSEAD</a:t>
            </a:r>
          </a:p>
        </p:txBody>
      </p:sp>
      <p:sp>
        <p:nvSpPr>
          <p:cNvPr id="8" name="Content Placeholder 4">
            <a:extLst>
              <a:ext uri="{FF2B5EF4-FFF2-40B4-BE49-F238E27FC236}">
                <a16:creationId xmlns:a16="http://schemas.microsoft.com/office/drawing/2014/main" id="{FEF41877-8260-BDEB-97C0-5D5DEA4F03C4}"/>
              </a:ext>
            </a:extLst>
          </p:cNvPr>
          <p:cNvSpPr txBox="1">
            <a:spLocks/>
          </p:cNvSpPr>
          <p:nvPr/>
        </p:nvSpPr>
        <p:spPr>
          <a:xfrm>
            <a:off x="9242254" y="2644416"/>
            <a:ext cx="8131346" cy="6004284"/>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r>
              <a:rPr lang="es-ES" sz="2400" b="1" noProof="0" dirty="0"/>
              <a:t>Empleo anterior:</a:t>
            </a:r>
          </a:p>
          <a:p>
            <a:pPr lvl="1"/>
            <a:r>
              <a:rPr lang="es-ES" sz="2000" noProof="0" dirty="0"/>
              <a:t>Abogado – Fundador y socio del bufete SP&amp;M</a:t>
            </a:r>
          </a:p>
          <a:p>
            <a:pPr lvl="1"/>
            <a:r>
              <a:rPr lang="es-ES" sz="2000" noProof="0" dirty="0"/>
              <a:t>Presidente de la Junta General del Grupo Ferpinta</a:t>
            </a:r>
          </a:p>
          <a:p>
            <a:pPr lvl="1"/>
            <a:r>
              <a:rPr lang="es-ES" sz="2000" noProof="0" dirty="0"/>
              <a:t>Presidente de la Junta General de Rádio Popular</a:t>
            </a:r>
          </a:p>
          <a:p>
            <a:r>
              <a:rPr lang="es-ES" sz="2400" b="1" noProof="0" dirty="0"/>
              <a:t>Político:</a:t>
            </a:r>
          </a:p>
          <a:p>
            <a:pPr lvl="1"/>
            <a:r>
              <a:rPr lang="es-ES" sz="2000" noProof="0" dirty="0"/>
              <a:t>Miembro y presidente de la Asamblea Municipal de Espinho y concejal</a:t>
            </a:r>
          </a:p>
          <a:p>
            <a:pPr lvl="1"/>
            <a:r>
              <a:rPr lang="es-ES" sz="2000" noProof="0" dirty="0"/>
              <a:t>Diputado en 2002, 2005, 2009, 2011 y 2015 (16 años)</a:t>
            </a:r>
          </a:p>
          <a:p>
            <a:pPr lvl="1"/>
            <a:r>
              <a:rPr lang="es-ES" sz="2000" noProof="0" dirty="0"/>
              <a:t>Presidente del Grupo Parlamentario del PSD de 2011 a 2017</a:t>
            </a:r>
          </a:p>
          <a:p>
            <a:pPr lvl="1"/>
            <a:r>
              <a:rPr lang="es-ES" sz="2000" noProof="0" dirty="0"/>
              <a:t>Líder del Partido Socialdemócrata (PSD) desde el 28 de mayo de 2022</a:t>
            </a:r>
            <a:endParaRPr lang="es-ES" sz="1600" noProof="0" dirty="0"/>
          </a:p>
        </p:txBody>
      </p:sp>
      <p:sp>
        <p:nvSpPr>
          <p:cNvPr id="7" name="Content Placeholder 2">
            <a:extLst>
              <a:ext uri="{FF2B5EF4-FFF2-40B4-BE49-F238E27FC236}">
                <a16:creationId xmlns:a16="http://schemas.microsoft.com/office/drawing/2014/main" id="{DC59C811-58BF-D6EB-2E2D-CBD917F826A3}"/>
              </a:ext>
            </a:extLst>
          </p:cNvPr>
          <p:cNvSpPr txBox="1">
            <a:spLocks/>
          </p:cNvSpPr>
          <p:nvPr/>
        </p:nvSpPr>
        <p:spPr>
          <a:xfrm>
            <a:off x="1134665" y="9169920"/>
            <a:ext cx="16665746"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Consejo:</a:t>
            </a:r>
            <a:r>
              <a:rPr lang="es-ES" noProof="0" dirty="0"/>
              <a:t> Cada dato puede llevar a más información. Revísalos todos.</a:t>
            </a:r>
          </a:p>
        </p:txBody>
      </p:sp>
      <p:sp>
        <p:nvSpPr>
          <p:cNvPr id="4" name="TextBox 15">
            <a:extLst>
              <a:ext uri="{FF2B5EF4-FFF2-40B4-BE49-F238E27FC236}">
                <a16:creationId xmlns:a16="http://schemas.microsoft.com/office/drawing/2014/main" id="{7E569CD4-03CF-BA28-4B9B-E298E55D7111}"/>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10</a:t>
            </a:fld>
            <a:endParaRPr lang="es-ES" sz="1500" b="1" noProof="0" dirty="0">
              <a:solidFill>
                <a:srgbClr val="343434"/>
              </a:solidFill>
              <a:latin typeface="DM Sans Bold"/>
              <a:ea typeface="DM Sans Bold"/>
              <a:cs typeface="DM Sans Bold"/>
              <a:sym typeface="DM Sans Bold"/>
            </a:endParaRPr>
          </a:p>
        </p:txBody>
      </p:sp>
      <p:sp>
        <p:nvSpPr>
          <p:cNvPr id="6" name="TextBox 10">
            <a:extLst>
              <a:ext uri="{FF2B5EF4-FFF2-40B4-BE49-F238E27FC236}">
                <a16:creationId xmlns:a16="http://schemas.microsoft.com/office/drawing/2014/main" id="{2DFAC109-CE7A-475A-CBBD-46237B77CB6E}"/>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9" name="TextBox 12">
            <a:extLst>
              <a:ext uri="{FF2B5EF4-FFF2-40B4-BE49-F238E27FC236}">
                <a16:creationId xmlns:a16="http://schemas.microsoft.com/office/drawing/2014/main" id="{69E62B7B-54F2-DC48-F2BA-FCDEE4A1A2B0}"/>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4AC19A3D-17AA-1591-60AD-FC34623B8FDF}"/>
              </a:ext>
            </a:extLst>
          </p:cNvPr>
          <p:cNvPicPr>
            <a:picLocks noChangeAspect="1"/>
          </p:cNvPicPr>
          <p:nvPr/>
        </p:nvPicPr>
        <p:blipFill>
          <a:blip r:embed="rId5"/>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0384925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E66E9-516A-5218-1859-9E0A70EE025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320F8F6-2DC9-8F29-D76B-E60E42D953EE}"/>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29357793-9204-1B84-A854-EBFB6ABE278A}"/>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Portal de la Asamblea de la República</a:t>
            </a:r>
          </a:p>
        </p:txBody>
      </p:sp>
      <p:sp>
        <p:nvSpPr>
          <p:cNvPr id="7" name="Content Placeholder 2">
            <a:extLst>
              <a:ext uri="{FF2B5EF4-FFF2-40B4-BE49-F238E27FC236}">
                <a16:creationId xmlns:a16="http://schemas.microsoft.com/office/drawing/2014/main" id="{0F40C1CB-1F83-32D3-0952-97D176080AE7}"/>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sz="2400" noProof="0" dirty="0"/>
          </a:p>
        </p:txBody>
      </p:sp>
      <p:pic>
        <p:nvPicPr>
          <p:cNvPr id="5" name="Picture 4">
            <a:hlinkClick r:id="rId5"/>
            <a:extLst>
              <a:ext uri="{FF2B5EF4-FFF2-40B4-BE49-F238E27FC236}">
                <a16:creationId xmlns:a16="http://schemas.microsoft.com/office/drawing/2014/main" id="{A165F05D-572B-4A0E-56F7-28F2BECB2CB4}"/>
              </a:ext>
            </a:extLst>
          </p:cNvPr>
          <p:cNvPicPr>
            <a:picLocks noChangeAspect="1"/>
          </p:cNvPicPr>
          <p:nvPr/>
        </p:nvPicPr>
        <p:blipFill>
          <a:blip r:embed="rId6"/>
          <a:stretch>
            <a:fillRect/>
          </a:stretch>
        </p:blipFill>
        <p:spPr>
          <a:xfrm>
            <a:off x="2373789" y="3703176"/>
            <a:ext cx="4560411" cy="4259724"/>
          </a:xfrm>
          <a:prstGeom prst="rect">
            <a:avLst/>
          </a:prstGeom>
        </p:spPr>
      </p:pic>
      <p:grpSp>
        <p:nvGrpSpPr>
          <p:cNvPr id="8" name="Group 7">
            <a:extLst>
              <a:ext uri="{FF2B5EF4-FFF2-40B4-BE49-F238E27FC236}">
                <a16:creationId xmlns:a16="http://schemas.microsoft.com/office/drawing/2014/main" id="{A4A595F2-EF48-8D6E-3ED7-7C1B38D8541B}"/>
              </a:ext>
            </a:extLst>
          </p:cNvPr>
          <p:cNvGrpSpPr/>
          <p:nvPr/>
        </p:nvGrpSpPr>
        <p:grpSpPr>
          <a:xfrm>
            <a:off x="8316686" y="2708225"/>
            <a:ext cx="8218714" cy="5940476"/>
            <a:chOff x="9226194" y="3554411"/>
            <a:chExt cx="6724187" cy="4503739"/>
          </a:xfrm>
        </p:grpSpPr>
        <p:pic>
          <p:nvPicPr>
            <p:cNvPr id="11" name="Picture 10">
              <a:hlinkClick r:id="rId7"/>
              <a:extLst>
                <a:ext uri="{FF2B5EF4-FFF2-40B4-BE49-F238E27FC236}">
                  <a16:creationId xmlns:a16="http://schemas.microsoft.com/office/drawing/2014/main" id="{6D3D2F4A-CB2D-0124-4950-B5574230D881}"/>
                </a:ext>
              </a:extLst>
            </p:cNvPr>
            <p:cNvPicPr>
              <a:picLocks noChangeAspect="1"/>
            </p:cNvPicPr>
            <p:nvPr/>
          </p:nvPicPr>
          <p:blipFill>
            <a:blip r:embed="rId8"/>
            <a:stretch>
              <a:fillRect/>
            </a:stretch>
          </p:blipFill>
          <p:spPr>
            <a:xfrm>
              <a:off x="9226194" y="3554411"/>
              <a:ext cx="6724187" cy="4503739"/>
            </a:xfrm>
            <a:prstGeom prst="rect">
              <a:avLst/>
            </a:prstGeom>
          </p:spPr>
        </p:pic>
        <p:sp>
          <p:nvSpPr>
            <p:cNvPr id="6" name="Rectangle 5">
              <a:extLst>
                <a:ext uri="{FF2B5EF4-FFF2-40B4-BE49-F238E27FC236}">
                  <a16:creationId xmlns:a16="http://schemas.microsoft.com/office/drawing/2014/main" id="{0449A988-DF06-B6B9-8F2F-9407812DF791}"/>
                </a:ext>
              </a:extLst>
            </p:cNvPr>
            <p:cNvSpPr/>
            <p:nvPr/>
          </p:nvSpPr>
          <p:spPr>
            <a:xfrm>
              <a:off x="13773150" y="6286500"/>
              <a:ext cx="479253" cy="1447799"/>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noProof="0" dirty="0"/>
            </a:p>
          </p:txBody>
        </p:sp>
      </p:grpSp>
      <p:sp>
        <p:nvSpPr>
          <p:cNvPr id="10" name="Content Placeholder 2">
            <a:extLst>
              <a:ext uri="{FF2B5EF4-FFF2-40B4-BE49-F238E27FC236}">
                <a16:creationId xmlns:a16="http://schemas.microsoft.com/office/drawing/2014/main" id="{AF7FD7E9-1D96-A6D5-25D9-BF2EFFCE9641}"/>
              </a:ext>
            </a:extLst>
          </p:cNvPr>
          <p:cNvSpPr txBox="1">
            <a:spLocks/>
          </p:cNvSpPr>
          <p:nvPr/>
        </p:nvSpPr>
        <p:spPr>
          <a:xfrm>
            <a:off x="1012654" y="27733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noProof="0" dirty="0"/>
          </a:p>
        </p:txBody>
      </p:sp>
      <p:sp>
        <p:nvSpPr>
          <p:cNvPr id="12" name="Content Placeholder 2">
            <a:extLst>
              <a:ext uri="{FF2B5EF4-FFF2-40B4-BE49-F238E27FC236}">
                <a16:creationId xmlns:a16="http://schemas.microsoft.com/office/drawing/2014/main" id="{8A6E4CB7-4176-9AEE-0697-1DC21266C330}"/>
              </a:ext>
            </a:extLst>
          </p:cNvPr>
          <p:cNvSpPr txBox="1">
            <a:spLocks/>
          </p:cNvSpPr>
          <p:nvPr/>
        </p:nvSpPr>
        <p:spPr>
          <a:xfrm>
            <a:off x="1134665" y="9169920"/>
            <a:ext cx="16665746"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Consejo:</a:t>
            </a:r>
            <a:r>
              <a:rPr lang="es-ES" noProof="0" dirty="0"/>
              <a:t> Registro de intereses</a:t>
            </a:r>
          </a:p>
        </p:txBody>
      </p:sp>
      <p:sp>
        <p:nvSpPr>
          <p:cNvPr id="4" name="TextBox 15">
            <a:extLst>
              <a:ext uri="{FF2B5EF4-FFF2-40B4-BE49-F238E27FC236}">
                <a16:creationId xmlns:a16="http://schemas.microsoft.com/office/drawing/2014/main" id="{0E1AC109-9E88-01D0-6CC7-CDCBE17B758D}"/>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11</a:t>
            </a:fld>
            <a:endParaRPr lang="es-ES" sz="1500" b="1" noProof="0" dirty="0">
              <a:solidFill>
                <a:srgbClr val="343434"/>
              </a:solidFill>
              <a:latin typeface="DM Sans Bold"/>
              <a:ea typeface="DM Sans Bold"/>
              <a:cs typeface="DM Sans Bold"/>
              <a:sym typeface="DM Sans Bold"/>
            </a:endParaRPr>
          </a:p>
        </p:txBody>
      </p:sp>
      <p:sp>
        <p:nvSpPr>
          <p:cNvPr id="9" name="TextBox 10">
            <a:extLst>
              <a:ext uri="{FF2B5EF4-FFF2-40B4-BE49-F238E27FC236}">
                <a16:creationId xmlns:a16="http://schemas.microsoft.com/office/drawing/2014/main" id="{9DDCB876-443E-4093-2217-700E2C0F0EDF}"/>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13" name="TextBox 12">
            <a:extLst>
              <a:ext uri="{FF2B5EF4-FFF2-40B4-BE49-F238E27FC236}">
                <a16:creationId xmlns:a16="http://schemas.microsoft.com/office/drawing/2014/main" id="{1C183752-F8A6-ED15-F6C9-C6CCDC4B5512}"/>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4" name="Picture 13">
            <a:extLst>
              <a:ext uri="{FF2B5EF4-FFF2-40B4-BE49-F238E27FC236}">
                <a16:creationId xmlns:a16="http://schemas.microsoft.com/office/drawing/2014/main" id="{FF0C8B78-8DDA-02CE-51E1-2423CD2086C2}"/>
              </a:ext>
            </a:extLst>
          </p:cNvPr>
          <p:cNvPicPr>
            <a:picLocks noChangeAspect="1"/>
          </p:cNvPicPr>
          <p:nvPr/>
        </p:nvPicPr>
        <p:blipFill>
          <a:blip r:embed="rId9"/>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0912503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DDEE4-0FDD-85C3-08C3-86236A5CB62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2A1301F-0573-10CD-B12E-B6D70040C845}"/>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73060518-C336-A5D5-9015-BB940F2A888B}"/>
              </a:ext>
            </a:extLst>
          </p:cNvPr>
          <p:cNvSpPr txBox="1">
            <a:spLocks/>
          </p:cNvSpPr>
          <p:nvPr/>
        </p:nvSpPr>
        <p:spPr>
          <a:xfrm>
            <a:off x="860254" y="1638300"/>
            <a:ext cx="165133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Status</a:t>
            </a:r>
          </a:p>
        </p:txBody>
      </p:sp>
      <p:sp>
        <p:nvSpPr>
          <p:cNvPr id="5" name="Content Placeholder 4">
            <a:extLst>
              <a:ext uri="{FF2B5EF4-FFF2-40B4-BE49-F238E27FC236}">
                <a16:creationId xmlns:a16="http://schemas.microsoft.com/office/drawing/2014/main" id="{8FC4BF38-E279-2F87-C176-2B3D4F4B5E66}"/>
              </a:ext>
            </a:extLst>
          </p:cNvPr>
          <p:cNvSpPr>
            <a:spLocks noGrp="1"/>
          </p:cNvSpPr>
          <p:nvPr>
            <p:ph sz="half" idx="1"/>
          </p:nvPr>
        </p:nvSpPr>
        <p:spPr>
          <a:xfrm>
            <a:off x="860254" y="2644416"/>
            <a:ext cx="8131346" cy="6004284"/>
          </a:xfrm>
        </p:spPr>
        <p:txBody>
          <a:bodyPr/>
          <a:lstStyle/>
          <a:p>
            <a:r>
              <a:rPr lang="es-ES" sz="2400" b="1" noProof="0" dirty="0"/>
              <a:t>Nombre</a:t>
            </a:r>
            <a:r>
              <a:rPr lang="es-ES" sz="2400" noProof="0" dirty="0"/>
              <a:t>: Luís Montenegro</a:t>
            </a:r>
          </a:p>
          <a:p>
            <a:r>
              <a:rPr lang="es-ES" sz="2400" b="1" noProof="0" dirty="0"/>
              <a:t>Nombre:</a:t>
            </a:r>
            <a:r>
              <a:rPr lang="es-ES" sz="2400" noProof="0" dirty="0"/>
              <a:t> </a:t>
            </a:r>
            <a:r>
              <a:rPr lang="es-ES" sz="2400" noProof="0" dirty="0">
                <a:solidFill>
                  <a:schemeClr val="accent6">
                    <a:lumMod val="50000"/>
                  </a:schemeClr>
                </a:solidFill>
              </a:rPr>
              <a:t>Luís Filipe Montenegro Cardoso de Morais Esteves</a:t>
            </a:r>
          </a:p>
          <a:p>
            <a:r>
              <a:rPr lang="es-ES" sz="2400" b="1" noProof="0" dirty="0"/>
              <a:t>Nacimiento</a:t>
            </a:r>
            <a:r>
              <a:rPr lang="es-ES" sz="2400" noProof="0" dirty="0"/>
              <a:t>: 16/02/1973 - Porto</a:t>
            </a:r>
          </a:p>
          <a:p>
            <a:r>
              <a:rPr lang="es-ES" sz="2400" b="1" noProof="0" dirty="0"/>
              <a:t>Estado civil</a:t>
            </a:r>
            <a:r>
              <a:rPr lang="es-ES" sz="2400" noProof="0" dirty="0"/>
              <a:t>: </a:t>
            </a:r>
          </a:p>
          <a:p>
            <a:pPr lvl="1"/>
            <a:r>
              <a:rPr lang="es-ES" sz="2000" noProof="0" dirty="0"/>
              <a:t>Casado - </a:t>
            </a:r>
            <a:r>
              <a:rPr lang="es-ES" sz="2000" noProof="0" dirty="0">
                <a:solidFill>
                  <a:schemeClr val="accent6">
                    <a:lumMod val="50000"/>
                  </a:schemeClr>
                </a:solidFill>
              </a:rPr>
              <a:t>Carla Maria Rodrigues Neto Montenegro</a:t>
            </a:r>
          </a:p>
          <a:p>
            <a:pPr lvl="2"/>
            <a:r>
              <a:rPr lang="es-ES" sz="1600" noProof="0" dirty="0">
                <a:solidFill>
                  <a:schemeClr val="accent6">
                    <a:lumMod val="50000"/>
                  </a:schemeClr>
                </a:solidFill>
              </a:rPr>
              <a:t>Comunión de bienes adquiridos</a:t>
            </a:r>
          </a:p>
          <a:p>
            <a:pPr lvl="1"/>
            <a:r>
              <a:rPr lang="es-ES" sz="2000" noProof="0" dirty="0"/>
              <a:t>2 hijos</a:t>
            </a:r>
          </a:p>
          <a:p>
            <a:r>
              <a:rPr lang="es-ES" sz="2400" b="1" noProof="0" dirty="0"/>
              <a:t>Educación</a:t>
            </a:r>
            <a:r>
              <a:rPr lang="es-ES" sz="2400" noProof="0" dirty="0"/>
              <a:t>: </a:t>
            </a:r>
          </a:p>
          <a:p>
            <a:pPr lvl="1"/>
            <a:r>
              <a:rPr lang="es-ES" sz="2000" noProof="0" dirty="0"/>
              <a:t>Licenciado en Derecho - Universidad Católica Portuguesa - 1999</a:t>
            </a:r>
          </a:p>
          <a:p>
            <a:pPr lvl="1"/>
            <a:r>
              <a:rPr lang="es-ES" sz="2000" noProof="0" dirty="0"/>
              <a:t>Postgrado en Protección de Datos Personales - INSEAD</a:t>
            </a:r>
          </a:p>
          <a:p>
            <a:pPr lvl="1"/>
            <a:r>
              <a:rPr lang="es-ES" sz="2000" noProof="0" dirty="0"/>
              <a:t>Programa de Gestión Avanzada - INSEAD</a:t>
            </a:r>
          </a:p>
        </p:txBody>
      </p:sp>
      <p:sp>
        <p:nvSpPr>
          <p:cNvPr id="8" name="Content Placeholder 4">
            <a:extLst>
              <a:ext uri="{FF2B5EF4-FFF2-40B4-BE49-F238E27FC236}">
                <a16:creationId xmlns:a16="http://schemas.microsoft.com/office/drawing/2014/main" id="{C69E3AEF-DE7B-CDF8-DB58-18E81FD887B0}"/>
              </a:ext>
            </a:extLst>
          </p:cNvPr>
          <p:cNvSpPr txBox="1">
            <a:spLocks/>
          </p:cNvSpPr>
          <p:nvPr/>
        </p:nvSpPr>
        <p:spPr>
          <a:xfrm>
            <a:off x="9242254" y="2644416"/>
            <a:ext cx="8131346" cy="6004284"/>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r>
              <a:rPr lang="es-ES" sz="2400" b="1" noProof="0" dirty="0"/>
              <a:t>Empleo anterior:</a:t>
            </a:r>
          </a:p>
          <a:p>
            <a:pPr lvl="1"/>
            <a:r>
              <a:rPr lang="es-ES" sz="2000" noProof="0" dirty="0"/>
              <a:t>Abogado – Fundador y socio del bufete SP&amp;M - </a:t>
            </a:r>
            <a:r>
              <a:rPr lang="es-ES" sz="2000" noProof="0" dirty="0">
                <a:solidFill>
                  <a:schemeClr val="accent6">
                    <a:lumMod val="50000"/>
                  </a:schemeClr>
                </a:solidFill>
              </a:rPr>
              <a:t>(50%)</a:t>
            </a:r>
          </a:p>
          <a:p>
            <a:pPr lvl="1"/>
            <a:r>
              <a:rPr lang="es-ES" sz="2000" noProof="0" dirty="0"/>
              <a:t>Presidente de la Junta General del Grupo Ferpinta</a:t>
            </a:r>
          </a:p>
          <a:p>
            <a:pPr lvl="1"/>
            <a:r>
              <a:rPr lang="es-ES" sz="2000" noProof="0" dirty="0"/>
              <a:t>Presidente de la Junta General de Rádio Popular</a:t>
            </a:r>
          </a:p>
          <a:p>
            <a:pPr lvl="1"/>
            <a:r>
              <a:rPr lang="es-ES" sz="2000" noProof="0" dirty="0">
                <a:solidFill>
                  <a:schemeClr val="accent6">
                    <a:lumMod val="50000"/>
                  </a:schemeClr>
                </a:solidFill>
              </a:rPr>
              <a:t>Oliveiras Gold de Portugal, Lda (25%) - Bragança</a:t>
            </a:r>
          </a:p>
          <a:p>
            <a:pPr lvl="1"/>
            <a:r>
              <a:rPr lang="es-ES" sz="2000" noProof="0" dirty="0">
                <a:solidFill>
                  <a:schemeClr val="accent6">
                    <a:lumMod val="50000"/>
                  </a:schemeClr>
                </a:solidFill>
              </a:rPr>
              <a:t>Luimonteago, Lda (95%) - Barcelos</a:t>
            </a:r>
          </a:p>
          <a:p>
            <a:r>
              <a:rPr lang="es-ES" sz="2400" b="1" noProof="0" dirty="0"/>
              <a:t>Político:</a:t>
            </a:r>
          </a:p>
          <a:p>
            <a:pPr lvl="1"/>
            <a:r>
              <a:rPr lang="es-ES" sz="2000" noProof="0" dirty="0"/>
              <a:t>Miembro y presidente de la Asamblea Municipal de Espinho y concejal</a:t>
            </a:r>
          </a:p>
          <a:p>
            <a:pPr lvl="1"/>
            <a:r>
              <a:rPr lang="es-ES" sz="2000" noProof="0" dirty="0"/>
              <a:t>Diputado en 2002, 2005, 2009, 2011 y 2015 (16 años)</a:t>
            </a:r>
          </a:p>
          <a:p>
            <a:pPr lvl="1"/>
            <a:r>
              <a:rPr lang="es-ES" sz="2000" noProof="0" dirty="0"/>
              <a:t>Presidente del Grupo Parlamentario del PSD de 2011 a 2017</a:t>
            </a:r>
          </a:p>
          <a:p>
            <a:pPr lvl="1"/>
            <a:r>
              <a:rPr lang="es-ES" sz="2000" noProof="0" dirty="0"/>
              <a:t>Líder del Partido Socialdemócrata (PSD) desde el 28 de mayo de 2022</a:t>
            </a:r>
            <a:endParaRPr lang="es-ES" sz="1600" noProof="0" dirty="0"/>
          </a:p>
        </p:txBody>
      </p:sp>
      <p:sp>
        <p:nvSpPr>
          <p:cNvPr id="7" name="Content Placeholder 2">
            <a:extLst>
              <a:ext uri="{FF2B5EF4-FFF2-40B4-BE49-F238E27FC236}">
                <a16:creationId xmlns:a16="http://schemas.microsoft.com/office/drawing/2014/main" id="{3587618A-79BA-C83F-6AFE-BCBF4FC73DED}"/>
              </a:ext>
            </a:extLst>
          </p:cNvPr>
          <p:cNvSpPr txBox="1">
            <a:spLocks/>
          </p:cNvSpPr>
          <p:nvPr/>
        </p:nvSpPr>
        <p:spPr>
          <a:xfrm>
            <a:off x="1134665" y="9169920"/>
            <a:ext cx="16665746"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Consejo:</a:t>
            </a:r>
            <a:r>
              <a:rPr lang="es-ES" noProof="0" dirty="0"/>
              <a:t> Familia, empresas,…</a:t>
            </a:r>
          </a:p>
        </p:txBody>
      </p:sp>
      <p:sp>
        <p:nvSpPr>
          <p:cNvPr id="4" name="TextBox 15">
            <a:extLst>
              <a:ext uri="{FF2B5EF4-FFF2-40B4-BE49-F238E27FC236}">
                <a16:creationId xmlns:a16="http://schemas.microsoft.com/office/drawing/2014/main" id="{0E535200-156C-01D0-3869-B5C2D6A42341}"/>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12</a:t>
            </a:fld>
            <a:endParaRPr lang="es-ES" sz="1500" b="1" noProof="0" dirty="0">
              <a:solidFill>
                <a:srgbClr val="343434"/>
              </a:solidFill>
              <a:latin typeface="DM Sans Bold"/>
              <a:ea typeface="DM Sans Bold"/>
              <a:cs typeface="DM Sans Bold"/>
              <a:sym typeface="DM Sans Bold"/>
            </a:endParaRPr>
          </a:p>
        </p:txBody>
      </p:sp>
      <p:sp>
        <p:nvSpPr>
          <p:cNvPr id="6" name="TextBox 10">
            <a:extLst>
              <a:ext uri="{FF2B5EF4-FFF2-40B4-BE49-F238E27FC236}">
                <a16:creationId xmlns:a16="http://schemas.microsoft.com/office/drawing/2014/main" id="{236292F9-80DD-D281-FF09-72E9BCC9BE6B}"/>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9" name="TextBox 12">
            <a:extLst>
              <a:ext uri="{FF2B5EF4-FFF2-40B4-BE49-F238E27FC236}">
                <a16:creationId xmlns:a16="http://schemas.microsoft.com/office/drawing/2014/main" id="{3A8ABAB8-0C43-464A-5AEB-17091925D733}"/>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A6263F26-E8BE-174C-5D9B-2E6E9221E99D}"/>
              </a:ext>
            </a:extLst>
          </p:cNvPr>
          <p:cNvPicPr>
            <a:picLocks noChangeAspect="1"/>
          </p:cNvPicPr>
          <p:nvPr/>
        </p:nvPicPr>
        <p:blipFill>
          <a:blip r:embed="rId5"/>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41989610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5914A-9C84-F9B0-D01C-50F1E66A552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035FDEB-1858-A199-E22F-0398969B445F}"/>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8796652B-F5D9-5908-D2DE-C494798855B1}"/>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Boletín Oficial Electrónico</a:t>
            </a:r>
          </a:p>
        </p:txBody>
      </p:sp>
      <p:sp>
        <p:nvSpPr>
          <p:cNvPr id="7" name="Content Placeholder 2">
            <a:extLst>
              <a:ext uri="{FF2B5EF4-FFF2-40B4-BE49-F238E27FC236}">
                <a16:creationId xmlns:a16="http://schemas.microsoft.com/office/drawing/2014/main" id="{36D6CB54-1FB7-1A97-8C96-66DEF4148265}"/>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p:txBody>
      </p:sp>
      <p:pic>
        <p:nvPicPr>
          <p:cNvPr id="5" name="Picture 4">
            <a:extLst>
              <a:ext uri="{FF2B5EF4-FFF2-40B4-BE49-F238E27FC236}">
                <a16:creationId xmlns:a16="http://schemas.microsoft.com/office/drawing/2014/main" id="{725CB390-4BD9-3DF4-68B3-118579FF6A8A}"/>
              </a:ext>
            </a:extLst>
          </p:cNvPr>
          <p:cNvPicPr>
            <a:picLocks noChangeAspect="1"/>
          </p:cNvPicPr>
          <p:nvPr/>
        </p:nvPicPr>
        <p:blipFill>
          <a:blip r:embed="rId5"/>
          <a:stretch>
            <a:fillRect/>
          </a:stretch>
        </p:blipFill>
        <p:spPr>
          <a:xfrm>
            <a:off x="8217029" y="3245918"/>
            <a:ext cx="8205662" cy="5236588"/>
          </a:xfrm>
          <a:prstGeom prst="rect">
            <a:avLst/>
          </a:prstGeom>
        </p:spPr>
      </p:pic>
      <p:pic>
        <p:nvPicPr>
          <p:cNvPr id="6" name="Picture 5">
            <a:hlinkClick r:id="rId6"/>
            <a:extLst>
              <a:ext uri="{FF2B5EF4-FFF2-40B4-BE49-F238E27FC236}">
                <a16:creationId xmlns:a16="http://schemas.microsoft.com/office/drawing/2014/main" id="{66CF097D-D112-2423-BEA0-CE2F01B6C061}"/>
              </a:ext>
            </a:extLst>
          </p:cNvPr>
          <p:cNvPicPr>
            <a:picLocks noChangeAspect="1"/>
          </p:cNvPicPr>
          <p:nvPr/>
        </p:nvPicPr>
        <p:blipFill>
          <a:blip r:embed="rId7"/>
          <a:stretch>
            <a:fillRect/>
          </a:stretch>
        </p:blipFill>
        <p:spPr>
          <a:xfrm>
            <a:off x="2390493" y="3703176"/>
            <a:ext cx="4543707" cy="4259724"/>
          </a:xfrm>
          <a:prstGeom prst="rect">
            <a:avLst/>
          </a:prstGeom>
        </p:spPr>
      </p:pic>
      <p:sp>
        <p:nvSpPr>
          <p:cNvPr id="4" name="TextBox 15">
            <a:extLst>
              <a:ext uri="{FF2B5EF4-FFF2-40B4-BE49-F238E27FC236}">
                <a16:creationId xmlns:a16="http://schemas.microsoft.com/office/drawing/2014/main" id="{E09F7517-C9C6-F5C4-55AF-0DB75C248312}"/>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13</a:t>
            </a:fld>
            <a:endParaRPr lang="es-ES" sz="1500" b="1" noProof="0" dirty="0">
              <a:solidFill>
                <a:srgbClr val="343434"/>
              </a:solidFill>
              <a:latin typeface="DM Sans Bold"/>
              <a:ea typeface="DM Sans Bold"/>
              <a:cs typeface="DM Sans Bold"/>
              <a:sym typeface="DM Sans Bold"/>
            </a:endParaRPr>
          </a:p>
        </p:txBody>
      </p:sp>
      <p:sp>
        <p:nvSpPr>
          <p:cNvPr id="8" name="TextBox 10">
            <a:extLst>
              <a:ext uri="{FF2B5EF4-FFF2-40B4-BE49-F238E27FC236}">
                <a16:creationId xmlns:a16="http://schemas.microsoft.com/office/drawing/2014/main" id="{25E60D48-EC5D-77ED-E9B1-BF3D93F61AAA}"/>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9" name="TextBox 12">
            <a:extLst>
              <a:ext uri="{FF2B5EF4-FFF2-40B4-BE49-F238E27FC236}">
                <a16:creationId xmlns:a16="http://schemas.microsoft.com/office/drawing/2014/main" id="{F1C0E981-9B04-F322-496F-DD6B5C11B46E}"/>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B73A1A14-C7E8-00DE-E2F2-48FA25541553}"/>
              </a:ext>
            </a:extLst>
          </p:cNvPr>
          <p:cNvPicPr>
            <a:picLocks noChangeAspect="1"/>
          </p:cNvPicPr>
          <p:nvPr/>
        </p:nvPicPr>
        <p:blipFill>
          <a:blip r:embed="rId8"/>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31746975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EC484-A3A3-CC1F-CC2B-3CB7A6D7A2E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5DBCDF2-D97D-57FD-FF87-94CA6BDE6D66}"/>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2623A119-B055-2FB2-3316-CB43E5913E9D}"/>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Empresas</a:t>
            </a:r>
          </a:p>
        </p:txBody>
      </p:sp>
      <p:sp>
        <p:nvSpPr>
          <p:cNvPr id="10" name="Content Placeholder 2">
            <a:extLst>
              <a:ext uri="{FF2B5EF4-FFF2-40B4-BE49-F238E27FC236}">
                <a16:creationId xmlns:a16="http://schemas.microsoft.com/office/drawing/2014/main" id="{6E9A7570-7DE8-D5F9-F77D-6CF8F32786EA}"/>
              </a:ext>
            </a:extLst>
          </p:cNvPr>
          <p:cNvSpPr txBox="1">
            <a:spLocks/>
          </p:cNvSpPr>
          <p:nvPr/>
        </p:nvSpPr>
        <p:spPr>
          <a:xfrm>
            <a:off x="1134665" y="9169920"/>
            <a:ext cx="16665746"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Consejo:</a:t>
            </a:r>
            <a:r>
              <a:rPr lang="es-ES" noProof="0" dirty="0"/>
              <a:t> Empresas, socios comerciales, clientes, ...</a:t>
            </a:r>
          </a:p>
        </p:txBody>
      </p:sp>
      <p:graphicFrame>
        <p:nvGraphicFramePr>
          <p:cNvPr id="8" name="Table 5">
            <a:extLst>
              <a:ext uri="{FF2B5EF4-FFF2-40B4-BE49-F238E27FC236}">
                <a16:creationId xmlns:a16="http://schemas.microsoft.com/office/drawing/2014/main" id="{2E25B801-B7CA-5959-AF23-B4EA8245400F}"/>
              </a:ext>
            </a:extLst>
          </p:cNvPr>
          <p:cNvGraphicFramePr>
            <a:graphicFrameLocks/>
          </p:cNvGraphicFramePr>
          <p:nvPr>
            <p:extLst>
              <p:ext uri="{D42A27DB-BD31-4B8C-83A1-F6EECF244321}">
                <p14:modId xmlns:p14="http://schemas.microsoft.com/office/powerpoint/2010/main" val="2006062580"/>
              </p:ext>
            </p:extLst>
          </p:nvPr>
        </p:nvGraphicFramePr>
        <p:xfrm>
          <a:off x="1051765" y="2877739"/>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SP&amp;M, Sociedade de Advogados, RL </a:t>
                      </a:r>
                    </a:p>
                  </a:txBody>
                  <a:tcPr anchor="ctr">
                    <a:solidFill>
                      <a:schemeClr val="accent6">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510445020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50%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a:t>
                      </a:r>
                    </a:p>
                  </a:txBody>
                  <a:tcPr>
                    <a:solidFill>
                      <a:schemeClr val="accent6">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3" name="Table 5">
            <a:extLst>
              <a:ext uri="{FF2B5EF4-FFF2-40B4-BE49-F238E27FC236}">
                <a16:creationId xmlns:a16="http://schemas.microsoft.com/office/drawing/2014/main" id="{D6B2CCAD-B8E4-0B88-B23F-8DEB4D0DD22C}"/>
              </a:ext>
            </a:extLst>
          </p:cNvPr>
          <p:cNvGraphicFramePr>
            <a:graphicFrameLocks/>
          </p:cNvGraphicFramePr>
          <p:nvPr>
            <p:extLst>
              <p:ext uri="{D42A27DB-BD31-4B8C-83A1-F6EECF244321}">
                <p14:modId xmlns:p14="http://schemas.microsoft.com/office/powerpoint/2010/main" val="2627282708"/>
              </p:ext>
            </p:extLst>
          </p:nvPr>
        </p:nvGraphicFramePr>
        <p:xfrm>
          <a:off x="6612279" y="2876889"/>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Luimonteago, Lda</a:t>
                      </a:r>
                    </a:p>
                  </a:txBody>
                  <a:tcPr anchor="ctr">
                    <a:solidFill>
                      <a:schemeClr val="accent6">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510347070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95%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4.750€</a:t>
                      </a:r>
                    </a:p>
                  </a:txBody>
                  <a:tcPr>
                    <a:solidFill>
                      <a:schemeClr val="accent6">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5" name="Table 5">
            <a:extLst>
              <a:ext uri="{FF2B5EF4-FFF2-40B4-BE49-F238E27FC236}">
                <a16:creationId xmlns:a16="http://schemas.microsoft.com/office/drawing/2014/main" id="{9974492F-111B-B4B1-ADA0-7F4270969CAB}"/>
              </a:ext>
            </a:extLst>
          </p:cNvPr>
          <p:cNvGraphicFramePr>
            <a:graphicFrameLocks/>
          </p:cNvGraphicFramePr>
          <p:nvPr>
            <p:extLst>
              <p:ext uri="{D42A27DB-BD31-4B8C-83A1-F6EECF244321}">
                <p14:modId xmlns:p14="http://schemas.microsoft.com/office/powerpoint/2010/main" val="297418609"/>
              </p:ext>
            </p:extLst>
          </p:nvPr>
        </p:nvGraphicFramePr>
        <p:xfrm>
          <a:off x="12137854" y="2877738"/>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Oliveiras Gold de Portugal, Lda</a:t>
                      </a:r>
                    </a:p>
                  </a:txBody>
                  <a:tcPr anchor="ctr">
                    <a:solidFill>
                      <a:schemeClr val="accent6">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510172466</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25%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1.200€</a:t>
                      </a:r>
                    </a:p>
                  </a:txBody>
                  <a:tcPr>
                    <a:solidFill>
                      <a:schemeClr val="accent6">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8" name="Table 5">
            <a:extLst>
              <a:ext uri="{FF2B5EF4-FFF2-40B4-BE49-F238E27FC236}">
                <a16:creationId xmlns:a16="http://schemas.microsoft.com/office/drawing/2014/main" id="{C92B094F-F45F-28B5-B551-3EEFC68884E0}"/>
              </a:ext>
            </a:extLst>
          </p:cNvPr>
          <p:cNvGraphicFramePr>
            <a:graphicFrameLocks/>
          </p:cNvGraphicFramePr>
          <p:nvPr>
            <p:extLst>
              <p:ext uri="{D42A27DB-BD31-4B8C-83A1-F6EECF244321}">
                <p14:modId xmlns:p14="http://schemas.microsoft.com/office/powerpoint/2010/main" val="1023703033"/>
              </p:ext>
            </p:extLst>
          </p:nvPr>
        </p:nvGraphicFramePr>
        <p:xfrm>
          <a:off x="1051765" y="5864362"/>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Grupo Ferpinta, SA</a:t>
                      </a:r>
                    </a:p>
                  </a:txBody>
                  <a:tcPr anchor="ctr">
                    <a:solidFill>
                      <a:schemeClr val="accent6">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501756710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Presidente de la Junta General</a:t>
                      </a:r>
                    </a:p>
                  </a:txBody>
                  <a:tcPr>
                    <a:solidFill>
                      <a:schemeClr val="accent6">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9" name="Table 5">
            <a:extLst>
              <a:ext uri="{FF2B5EF4-FFF2-40B4-BE49-F238E27FC236}">
                <a16:creationId xmlns:a16="http://schemas.microsoft.com/office/drawing/2014/main" id="{4F8B44EE-8CAE-39A5-85F3-8F88DFB993A3}"/>
              </a:ext>
            </a:extLst>
          </p:cNvPr>
          <p:cNvGraphicFramePr>
            <a:graphicFrameLocks/>
          </p:cNvGraphicFramePr>
          <p:nvPr>
            <p:extLst>
              <p:ext uri="{D42A27DB-BD31-4B8C-83A1-F6EECF244321}">
                <p14:modId xmlns:p14="http://schemas.microsoft.com/office/powerpoint/2010/main" val="2593836995"/>
              </p:ext>
            </p:extLst>
          </p:nvPr>
        </p:nvGraphicFramePr>
        <p:xfrm>
          <a:off x="6592311" y="5868507"/>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Radio Popular - Eletrodomésticos, SA</a:t>
                      </a:r>
                    </a:p>
                  </a:txBody>
                  <a:tcPr anchor="ctr">
                    <a:solidFill>
                      <a:schemeClr val="accent6">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500674205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Presidente de la Junta General</a:t>
                      </a:r>
                    </a:p>
                  </a:txBody>
                  <a:tcPr>
                    <a:solidFill>
                      <a:schemeClr val="accent6">
                        <a:lumMod val="20000"/>
                        <a:lumOff val="80000"/>
                      </a:schemeClr>
                    </a:solidFill>
                  </a:tcPr>
                </a:tc>
                <a:extLst>
                  <a:ext uri="{0D108BD9-81ED-4DB2-BD59-A6C34878D82A}">
                    <a16:rowId xmlns:a16="http://schemas.microsoft.com/office/drawing/2014/main" val="3288223916"/>
                  </a:ext>
                </a:extLst>
              </a:tr>
            </a:tbl>
          </a:graphicData>
        </a:graphic>
      </p:graphicFrame>
      <p:sp>
        <p:nvSpPr>
          <p:cNvPr id="21" name="TextBox 15">
            <a:extLst>
              <a:ext uri="{FF2B5EF4-FFF2-40B4-BE49-F238E27FC236}">
                <a16:creationId xmlns:a16="http://schemas.microsoft.com/office/drawing/2014/main" id="{033C1EBC-C106-ABCA-9F17-DFD2F1B77E5E}"/>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14</a:t>
            </a:fld>
            <a:endParaRPr lang="es-ES" sz="1500" b="1" noProof="0" dirty="0">
              <a:solidFill>
                <a:srgbClr val="343434"/>
              </a:solidFill>
              <a:latin typeface="DM Sans Bold"/>
              <a:ea typeface="DM Sans Bold"/>
              <a:cs typeface="DM Sans Bold"/>
              <a:sym typeface="DM Sans Bold"/>
            </a:endParaRPr>
          </a:p>
        </p:txBody>
      </p:sp>
      <p:sp>
        <p:nvSpPr>
          <p:cNvPr id="7" name="TextBox 10">
            <a:extLst>
              <a:ext uri="{FF2B5EF4-FFF2-40B4-BE49-F238E27FC236}">
                <a16:creationId xmlns:a16="http://schemas.microsoft.com/office/drawing/2014/main" id="{F66C57C3-B614-8B75-A190-A089BC1D57B3}"/>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9" name="TextBox 12">
            <a:extLst>
              <a:ext uri="{FF2B5EF4-FFF2-40B4-BE49-F238E27FC236}">
                <a16:creationId xmlns:a16="http://schemas.microsoft.com/office/drawing/2014/main" id="{7D4A86D7-B0D1-1F67-B916-A32D4DC866ED}"/>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1" name="Picture 10">
            <a:extLst>
              <a:ext uri="{FF2B5EF4-FFF2-40B4-BE49-F238E27FC236}">
                <a16:creationId xmlns:a16="http://schemas.microsoft.com/office/drawing/2014/main" id="{3A41ECB4-1993-B811-3196-F3D336A48288}"/>
              </a:ext>
            </a:extLst>
          </p:cNvPr>
          <p:cNvPicPr>
            <a:picLocks noChangeAspect="1"/>
          </p:cNvPicPr>
          <p:nvPr/>
        </p:nvPicPr>
        <p:blipFill>
          <a:blip r:embed="rId5"/>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0228738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5AF57-FA94-9889-8FC1-9FC2D10E116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8C45ED3-5741-FA0F-D4AF-B5A85863FDE6}"/>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9C7B22ED-6774-0F97-47DB-121FA24AE305}"/>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Ministerio de Justicia – Publicación de Actos Societarios</a:t>
            </a:r>
          </a:p>
        </p:txBody>
      </p:sp>
      <p:sp>
        <p:nvSpPr>
          <p:cNvPr id="7" name="Content Placeholder 2">
            <a:extLst>
              <a:ext uri="{FF2B5EF4-FFF2-40B4-BE49-F238E27FC236}">
                <a16:creationId xmlns:a16="http://schemas.microsoft.com/office/drawing/2014/main" id="{C584D70C-61C0-7EDA-7492-119D1DC24C1D}"/>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p:txBody>
      </p:sp>
      <p:pic>
        <p:nvPicPr>
          <p:cNvPr id="4" name="Picture 3">
            <a:hlinkClick r:id="rId5"/>
            <a:extLst>
              <a:ext uri="{FF2B5EF4-FFF2-40B4-BE49-F238E27FC236}">
                <a16:creationId xmlns:a16="http://schemas.microsoft.com/office/drawing/2014/main" id="{E36E513D-02BD-7EB7-B0E9-F934643CA62E}"/>
              </a:ext>
            </a:extLst>
          </p:cNvPr>
          <p:cNvPicPr>
            <a:picLocks noChangeAspect="1"/>
          </p:cNvPicPr>
          <p:nvPr/>
        </p:nvPicPr>
        <p:blipFill>
          <a:blip r:embed="rId6"/>
          <a:stretch>
            <a:fillRect/>
          </a:stretch>
        </p:blipFill>
        <p:spPr>
          <a:xfrm>
            <a:off x="2449989" y="3703176"/>
            <a:ext cx="4560411" cy="4259724"/>
          </a:xfrm>
          <a:prstGeom prst="rect">
            <a:avLst/>
          </a:prstGeom>
        </p:spPr>
      </p:pic>
      <p:pic>
        <p:nvPicPr>
          <p:cNvPr id="8" name="Picture 7">
            <a:extLst>
              <a:ext uri="{FF2B5EF4-FFF2-40B4-BE49-F238E27FC236}">
                <a16:creationId xmlns:a16="http://schemas.microsoft.com/office/drawing/2014/main" id="{E6C43835-5C5B-27E5-A3BB-31C9B1DF8654}"/>
              </a:ext>
            </a:extLst>
          </p:cNvPr>
          <p:cNvPicPr>
            <a:picLocks noChangeAspect="1"/>
          </p:cNvPicPr>
          <p:nvPr/>
        </p:nvPicPr>
        <p:blipFill>
          <a:blip r:embed="rId7"/>
          <a:stretch>
            <a:fillRect/>
          </a:stretch>
        </p:blipFill>
        <p:spPr>
          <a:xfrm>
            <a:off x="7728755" y="2805649"/>
            <a:ext cx="9035245" cy="5926261"/>
          </a:xfrm>
          <a:prstGeom prst="rect">
            <a:avLst/>
          </a:prstGeom>
        </p:spPr>
      </p:pic>
      <p:sp>
        <p:nvSpPr>
          <p:cNvPr id="5" name="TextBox 15">
            <a:extLst>
              <a:ext uri="{FF2B5EF4-FFF2-40B4-BE49-F238E27FC236}">
                <a16:creationId xmlns:a16="http://schemas.microsoft.com/office/drawing/2014/main" id="{60591780-A7CC-37A1-0E4B-2CAB110C6CDB}"/>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15</a:t>
            </a:fld>
            <a:endParaRPr lang="es-ES" sz="1500" b="1" noProof="0" dirty="0">
              <a:solidFill>
                <a:srgbClr val="343434"/>
              </a:solidFill>
              <a:latin typeface="DM Sans Bold"/>
              <a:ea typeface="DM Sans Bold"/>
              <a:cs typeface="DM Sans Bold"/>
              <a:sym typeface="DM Sans Bold"/>
            </a:endParaRPr>
          </a:p>
        </p:txBody>
      </p:sp>
      <p:sp>
        <p:nvSpPr>
          <p:cNvPr id="6" name="TextBox 10">
            <a:extLst>
              <a:ext uri="{FF2B5EF4-FFF2-40B4-BE49-F238E27FC236}">
                <a16:creationId xmlns:a16="http://schemas.microsoft.com/office/drawing/2014/main" id="{743E83F7-51B1-9502-13A6-CF85EC400B81}"/>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9" name="TextBox 12">
            <a:extLst>
              <a:ext uri="{FF2B5EF4-FFF2-40B4-BE49-F238E27FC236}">
                <a16:creationId xmlns:a16="http://schemas.microsoft.com/office/drawing/2014/main" id="{4C932754-0E2A-0429-2C96-1BE2656FB47F}"/>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4EECE747-86DF-8558-5D6E-59927831EDF9}"/>
              </a:ext>
            </a:extLst>
          </p:cNvPr>
          <p:cNvPicPr>
            <a:picLocks noChangeAspect="1"/>
          </p:cNvPicPr>
          <p:nvPr/>
        </p:nvPicPr>
        <p:blipFill>
          <a:blip r:embed="rId8"/>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3464391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35569-C262-3C4A-640D-4F80FF10619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59E844E-4FAF-4B6D-555C-DBCAC8FEE5E7}"/>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9953E4B5-DECE-8282-3166-AE1BCAA103F7}"/>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SP&amp;M, Sociedade de Advogados, RL - 510445020</a:t>
            </a:r>
          </a:p>
        </p:txBody>
      </p:sp>
      <p:sp>
        <p:nvSpPr>
          <p:cNvPr id="7" name="Content Placeholder 2">
            <a:extLst>
              <a:ext uri="{FF2B5EF4-FFF2-40B4-BE49-F238E27FC236}">
                <a16:creationId xmlns:a16="http://schemas.microsoft.com/office/drawing/2014/main" id="{314F4555-E0F9-02B5-AC30-6A937EB30513}"/>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p:txBody>
      </p:sp>
      <p:pic>
        <p:nvPicPr>
          <p:cNvPr id="4" name="Picture 3">
            <a:hlinkClick r:id="rId5"/>
            <a:extLst>
              <a:ext uri="{FF2B5EF4-FFF2-40B4-BE49-F238E27FC236}">
                <a16:creationId xmlns:a16="http://schemas.microsoft.com/office/drawing/2014/main" id="{62561BE6-8BC9-C38A-2E5E-6CCF550CFC34}"/>
              </a:ext>
            </a:extLst>
          </p:cNvPr>
          <p:cNvPicPr>
            <a:picLocks noChangeAspect="1"/>
          </p:cNvPicPr>
          <p:nvPr/>
        </p:nvPicPr>
        <p:blipFill>
          <a:blip r:embed="rId6"/>
          <a:stretch>
            <a:fillRect/>
          </a:stretch>
        </p:blipFill>
        <p:spPr>
          <a:xfrm>
            <a:off x="2449989" y="3703176"/>
            <a:ext cx="4560411" cy="4259724"/>
          </a:xfrm>
          <a:prstGeom prst="rect">
            <a:avLst/>
          </a:prstGeom>
        </p:spPr>
      </p:pic>
      <p:sp>
        <p:nvSpPr>
          <p:cNvPr id="5" name="TextBox 7">
            <a:extLst>
              <a:ext uri="{FF2B5EF4-FFF2-40B4-BE49-F238E27FC236}">
                <a16:creationId xmlns:a16="http://schemas.microsoft.com/office/drawing/2014/main" id="{24DB4550-129B-0BBE-5BB0-E4412AAA140A}"/>
              </a:ext>
            </a:extLst>
          </p:cNvPr>
          <p:cNvSpPr txBox="1"/>
          <p:nvPr/>
        </p:nvSpPr>
        <p:spPr>
          <a:xfrm>
            <a:off x="12877800" y="4352841"/>
            <a:ext cx="969947" cy="2105898"/>
          </a:xfrm>
          <a:prstGeom prst="rect">
            <a:avLst/>
          </a:prstGeom>
        </p:spPr>
        <p:txBody>
          <a:bodyPr wrap="square" lIns="0" tIns="0" rIns="0" bIns="0" rtlCol="0" anchor="t">
            <a:spAutoFit/>
          </a:bodyPr>
          <a:lstStyle/>
          <a:p>
            <a:pPr algn="l">
              <a:lnSpc>
                <a:spcPts val="16818"/>
              </a:lnSpc>
            </a:pPr>
            <a:r>
              <a:rPr lang="es-ES" sz="13800" b="1" noProof="0" dirty="0">
                <a:solidFill>
                  <a:srgbClr val="343434"/>
                </a:solidFill>
                <a:latin typeface="Cooper Hewitt Bold"/>
                <a:ea typeface="Cooper Hewitt Bold"/>
                <a:cs typeface="Cooper Hewitt Bold"/>
                <a:sym typeface="Cooper Hewitt Bold"/>
              </a:rPr>
              <a:t>?</a:t>
            </a:r>
          </a:p>
        </p:txBody>
      </p:sp>
      <p:sp>
        <p:nvSpPr>
          <p:cNvPr id="6" name="TextBox 15">
            <a:extLst>
              <a:ext uri="{FF2B5EF4-FFF2-40B4-BE49-F238E27FC236}">
                <a16:creationId xmlns:a16="http://schemas.microsoft.com/office/drawing/2014/main" id="{C2E88F63-F90A-6CC0-BAB2-24AC43D64560}"/>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16</a:t>
            </a:fld>
            <a:endParaRPr lang="es-ES" sz="1500" b="1" noProof="0" dirty="0">
              <a:solidFill>
                <a:srgbClr val="343434"/>
              </a:solidFill>
              <a:latin typeface="DM Sans Bold"/>
              <a:ea typeface="DM Sans Bold"/>
              <a:cs typeface="DM Sans Bold"/>
              <a:sym typeface="DM Sans Bold"/>
            </a:endParaRPr>
          </a:p>
        </p:txBody>
      </p:sp>
      <p:sp>
        <p:nvSpPr>
          <p:cNvPr id="8" name="TextBox 10">
            <a:extLst>
              <a:ext uri="{FF2B5EF4-FFF2-40B4-BE49-F238E27FC236}">
                <a16:creationId xmlns:a16="http://schemas.microsoft.com/office/drawing/2014/main" id="{C9AD3D7B-F7A2-F8BD-2838-6C4739C32C95}"/>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9" name="TextBox 12">
            <a:extLst>
              <a:ext uri="{FF2B5EF4-FFF2-40B4-BE49-F238E27FC236}">
                <a16:creationId xmlns:a16="http://schemas.microsoft.com/office/drawing/2014/main" id="{B5188403-AEB5-35D9-475B-FCE4AF83C88B}"/>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88FCD1C8-088D-631B-77E5-35B9FA525E1A}"/>
              </a:ext>
            </a:extLst>
          </p:cNvPr>
          <p:cNvPicPr>
            <a:picLocks noChangeAspect="1"/>
          </p:cNvPicPr>
          <p:nvPr/>
        </p:nvPicPr>
        <p:blipFill>
          <a:blip r:embed="rId7"/>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550069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988F0-1EF6-655B-08E9-1989F79EF1C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C09E149-EE07-AF7C-C9E1-AACB3A699F14}"/>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A6596A2F-1C45-7C4F-448F-392AE0AEA8EB}"/>
              </a:ext>
            </a:extLst>
          </p:cNvPr>
          <p:cNvSpPr txBox="1">
            <a:spLocks/>
          </p:cNvSpPr>
          <p:nvPr/>
        </p:nvSpPr>
        <p:spPr>
          <a:xfrm>
            <a:off x="860254" y="1638300"/>
            <a:ext cx="165133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Status</a:t>
            </a:r>
          </a:p>
        </p:txBody>
      </p:sp>
      <p:sp>
        <p:nvSpPr>
          <p:cNvPr id="5" name="Content Placeholder 4">
            <a:extLst>
              <a:ext uri="{FF2B5EF4-FFF2-40B4-BE49-F238E27FC236}">
                <a16:creationId xmlns:a16="http://schemas.microsoft.com/office/drawing/2014/main" id="{FEF143C4-E331-19DE-EC32-A894CB32A3C6}"/>
              </a:ext>
            </a:extLst>
          </p:cNvPr>
          <p:cNvSpPr>
            <a:spLocks noGrp="1"/>
          </p:cNvSpPr>
          <p:nvPr>
            <p:ph sz="half" idx="1"/>
          </p:nvPr>
        </p:nvSpPr>
        <p:spPr>
          <a:xfrm>
            <a:off x="860254" y="2644416"/>
            <a:ext cx="8131346" cy="6004284"/>
          </a:xfrm>
        </p:spPr>
        <p:txBody>
          <a:bodyPr>
            <a:normAutofit/>
          </a:bodyPr>
          <a:lstStyle/>
          <a:p>
            <a:r>
              <a:rPr lang="es-ES" sz="2400" b="1" noProof="0" dirty="0"/>
              <a:t>Nombre</a:t>
            </a:r>
            <a:r>
              <a:rPr lang="es-ES" sz="2400" noProof="0" dirty="0"/>
              <a:t>: Luís Montenegro</a:t>
            </a:r>
          </a:p>
          <a:p>
            <a:r>
              <a:rPr lang="es-ES" sz="2400" b="1" noProof="0" dirty="0"/>
              <a:t>Nombre:</a:t>
            </a:r>
            <a:r>
              <a:rPr lang="es-ES" sz="2400" noProof="0" dirty="0"/>
              <a:t> Luís Filipe Montenegro Cardoso de Morais Esteves</a:t>
            </a:r>
          </a:p>
          <a:p>
            <a:r>
              <a:rPr lang="es-ES" sz="2400" b="1" noProof="0" dirty="0"/>
              <a:t>NIF: </a:t>
            </a:r>
            <a:r>
              <a:rPr lang="es-ES" sz="2400" noProof="0" dirty="0">
                <a:solidFill>
                  <a:schemeClr val="accent6">
                    <a:lumMod val="50000"/>
                  </a:schemeClr>
                </a:solidFill>
              </a:rPr>
              <a:t>205910254</a:t>
            </a:r>
          </a:p>
          <a:p>
            <a:r>
              <a:rPr lang="es-ES" sz="2400" b="1" noProof="0" dirty="0"/>
              <a:t>Nacimiento</a:t>
            </a:r>
            <a:r>
              <a:rPr lang="es-ES" sz="2400" noProof="0" dirty="0"/>
              <a:t>: 16/02/1973 - Porto</a:t>
            </a:r>
          </a:p>
          <a:p>
            <a:r>
              <a:rPr lang="es-ES" sz="2400" b="1" noProof="0" dirty="0"/>
              <a:t>Estado civil</a:t>
            </a:r>
            <a:r>
              <a:rPr lang="es-ES" sz="2400" noProof="0" dirty="0"/>
              <a:t>: </a:t>
            </a:r>
          </a:p>
          <a:p>
            <a:pPr lvl="1"/>
            <a:r>
              <a:rPr lang="es-ES" sz="2000" noProof="0" dirty="0"/>
              <a:t>Casado - Carla Maria Rodrigues Neto Montenegro</a:t>
            </a:r>
          </a:p>
          <a:p>
            <a:pPr lvl="2"/>
            <a:r>
              <a:rPr lang="es-ES" sz="1600" noProof="0" dirty="0"/>
              <a:t>Comunión de bienes adquiridos</a:t>
            </a:r>
          </a:p>
          <a:p>
            <a:pPr lvl="1"/>
            <a:r>
              <a:rPr lang="es-ES" sz="2000" noProof="0" dirty="0"/>
              <a:t>2 hijos</a:t>
            </a:r>
          </a:p>
          <a:p>
            <a:r>
              <a:rPr lang="es-ES" sz="2400" b="1" noProof="0" dirty="0"/>
              <a:t>Dirección</a:t>
            </a:r>
            <a:r>
              <a:rPr lang="es-ES" sz="2400" noProof="0" dirty="0"/>
              <a:t>:</a:t>
            </a:r>
          </a:p>
          <a:p>
            <a:pPr lvl="1"/>
            <a:r>
              <a:rPr lang="es-ES" sz="2000" noProof="0" dirty="0">
                <a:solidFill>
                  <a:schemeClr val="accent6">
                    <a:lumMod val="50000"/>
                  </a:schemeClr>
                </a:solidFill>
              </a:rPr>
              <a:t>Urbanização do Formal, nº 15</a:t>
            </a:r>
          </a:p>
          <a:p>
            <a:pPr lvl="1"/>
            <a:r>
              <a:rPr lang="es-ES" sz="2000" noProof="0" dirty="0">
                <a:solidFill>
                  <a:schemeClr val="accent6">
                    <a:lumMod val="50000"/>
                  </a:schemeClr>
                </a:solidFill>
              </a:rPr>
              <a:t>4500 - 669 Silvalde - Espinho</a:t>
            </a:r>
          </a:p>
          <a:p>
            <a:r>
              <a:rPr lang="es-ES" sz="2400" b="1" noProof="0" dirty="0"/>
              <a:t>Educación</a:t>
            </a:r>
            <a:r>
              <a:rPr lang="es-ES" sz="2400" noProof="0" dirty="0"/>
              <a:t>: </a:t>
            </a:r>
          </a:p>
          <a:p>
            <a:pPr lvl="1"/>
            <a:r>
              <a:rPr lang="es-ES" sz="2000" noProof="0" dirty="0"/>
              <a:t>Licenciado en Derecho - Universidad Católica Portuguesa - 1999</a:t>
            </a:r>
          </a:p>
          <a:p>
            <a:pPr lvl="1"/>
            <a:r>
              <a:rPr lang="es-ES" sz="2000" noProof="0" dirty="0"/>
              <a:t>Postgrado en Protección de Datos Personales - INSEAD</a:t>
            </a:r>
          </a:p>
          <a:p>
            <a:pPr lvl="1"/>
            <a:r>
              <a:rPr lang="es-ES" sz="2000" noProof="0" dirty="0"/>
              <a:t>Programa de Gestión Avanzada - INSEAD</a:t>
            </a:r>
          </a:p>
        </p:txBody>
      </p:sp>
      <p:sp>
        <p:nvSpPr>
          <p:cNvPr id="8" name="Content Placeholder 4">
            <a:extLst>
              <a:ext uri="{FF2B5EF4-FFF2-40B4-BE49-F238E27FC236}">
                <a16:creationId xmlns:a16="http://schemas.microsoft.com/office/drawing/2014/main" id="{76943DFF-0912-FD3A-56B6-1768F6A7BA4A}"/>
              </a:ext>
            </a:extLst>
          </p:cNvPr>
          <p:cNvSpPr txBox="1">
            <a:spLocks/>
          </p:cNvSpPr>
          <p:nvPr/>
        </p:nvSpPr>
        <p:spPr>
          <a:xfrm>
            <a:off x="9242254" y="2644416"/>
            <a:ext cx="8131346" cy="6004284"/>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r>
              <a:rPr lang="es-ES" sz="2400" b="1" noProof="0" dirty="0"/>
              <a:t>Empleo anterior:</a:t>
            </a:r>
          </a:p>
          <a:p>
            <a:pPr lvl="1"/>
            <a:r>
              <a:rPr lang="es-ES" sz="2000" noProof="0" dirty="0"/>
              <a:t>Abogado – Fundador y socio del bufete SP&amp;M - (50%)</a:t>
            </a:r>
          </a:p>
          <a:p>
            <a:pPr lvl="1"/>
            <a:r>
              <a:rPr lang="es-ES" sz="2000" noProof="0" dirty="0"/>
              <a:t>Presidente de la Junta General del Grupo Ferpinta</a:t>
            </a:r>
          </a:p>
          <a:p>
            <a:pPr lvl="1"/>
            <a:r>
              <a:rPr lang="es-ES" sz="2000" noProof="0" dirty="0"/>
              <a:t>Presidente de la Junta General de Rádio Popular</a:t>
            </a:r>
          </a:p>
          <a:p>
            <a:pPr lvl="1"/>
            <a:r>
              <a:rPr lang="es-ES" sz="2000" noProof="0" dirty="0"/>
              <a:t>Oliveiras Gold de Portugal, Lda (25%) - Bragança</a:t>
            </a:r>
          </a:p>
          <a:p>
            <a:pPr lvl="1"/>
            <a:r>
              <a:rPr lang="es-ES" sz="2000" noProof="0" dirty="0"/>
              <a:t>Luimonteago, Lda (95%) - Barcelos</a:t>
            </a:r>
          </a:p>
          <a:p>
            <a:r>
              <a:rPr lang="es-ES" sz="2400" b="1" noProof="0" dirty="0"/>
              <a:t>Político:</a:t>
            </a:r>
          </a:p>
          <a:p>
            <a:pPr lvl="1"/>
            <a:r>
              <a:rPr lang="es-ES" sz="2000" noProof="0" dirty="0"/>
              <a:t>Miembro y presidente de la Asamblea Municipal de Espinho y concejal</a:t>
            </a:r>
          </a:p>
          <a:p>
            <a:pPr lvl="1"/>
            <a:r>
              <a:rPr lang="es-ES" sz="2000" noProof="0" dirty="0"/>
              <a:t>Diputado en 2002, 2005, 2009, 2011 y 2015 (16 años)</a:t>
            </a:r>
          </a:p>
          <a:p>
            <a:pPr lvl="1"/>
            <a:r>
              <a:rPr lang="es-ES" sz="2000" noProof="0" dirty="0"/>
              <a:t>Presidente del Grupo Parlamentario del PSD de 2011 a 2017</a:t>
            </a:r>
          </a:p>
          <a:p>
            <a:pPr lvl="1"/>
            <a:r>
              <a:rPr lang="es-ES" sz="2000" noProof="0" dirty="0"/>
              <a:t>Líder del Partido Socialdemócrata (PSD) desde el 28 de mayo de 2022</a:t>
            </a:r>
            <a:endParaRPr lang="es-ES" sz="1600" noProof="0" dirty="0"/>
          </a:p>
        </p:txBody>
      </p:sp>
      <p:sp>
        <p:nvSpPr>
          <p:cNvPr id="7" name="Content Placeholder 2">
            <a:extLst>
              <a:ext uri="{FF2B5EF4-FFF2-40B4-BE49-F238E27FC236}">
                <a16:creationId xmlns:a16="http://schemas.microsoft.com/office/drawing/2014/main" id="{994E6701-DD0F-72CE-7A31-83B0A58A9408}"/>
              </a:ext>
            </a:extLst>
          </p:cNvPr>
          <p:cNvSpPr txBox="1">
            <a:spLocks/>
          </p:cNvSpPr>
          <p:nvPr/>
        </p:nvSpPr>
        <p:spPr>
          <a:xfrm>
            <a:off x="1134665" y="9169920"/>
            <a:ext cx="16665746"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Consejo:</a:t>
            </a:r>
            <a:r>
              <a:rPr lang="es-ES" noProof="0" dirty="0"/>
              <a:t> La dirección es "única"</a:t>
            </a:r>
          </a:p>
        </p:txBody>
      </p:sp>
      <p:sp>
        <p:nvSpPr>
          <p:cNvPr id="4" name="TextBox 15">
            <a:extLst>
              <a:ext uri="{FF2B5EF4-FFF2-40B4-BE49-F238E27FC236}">
                <a16:creationId xmlns:a16="http://schemas.microsoft.com/office/drawing/2014/main" id="{242EECAC-6C85-3E06-4EB7-E3E8D7D41385}"/>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17</a:t>
            </a:fld>
            <a:endParaRPr lang="es-ES" sz="1500" b="1" noProof="0" dirty="0">
              <a:solidFill>
                <a:srgbClr val="343434"/>
              </a:solidFill>
              <a:latin typeface="DM Sans Bold"/>
              <a:ea typeface="DM Sans Bold"/>
              <a:cs typeface="DM Sans Bold"/>
              <a:sym typeface="DM Sans Bold"/>
            </a:endParaRPr>
          </a:p>
        </p:txBody>
      </p:sp>
      <p:sp>
        <p:nvSpPr>
          <p:cNvPr id="6" name="TextBox 10">
            <a:extLst>
              <a:ext uri="{FF2B5EF4-FFF2-40B4-BE49-F238E27FC236}">
                <a16:creationId xmlns:a16="http://schemas.microsoft.com/office/drawing/2014/main" id="{2E541D2E-BAF1-BDC8-702B-824FFD4F62CA}"/>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9" name="TextBox 12">
            <a:extLst>
              <a:ext uri="{FF2B5EF4-FFF2-40B4-BE49-F238E27FC236}">
                <a16:creationId xmlns:a16="http://schemas.microsoft.com/office/drawing/2014/main" id="{7B74BD72-4424-4EDE-37C2-AAA6128D1705}"/>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0F6F7ECC-753B-6713-CBE2-3A6FC68F8145}"/>
              </a:ext>
            </a:extLst>
          </p:cNvPr>
          <p:cNvPicPr>
            <a:picLocks noChangeAspect="1"/>
          </p:cNvPicPr>
          <p:nvPr/>
        </p:nvPicPr>
        <p:blipFill>
          <a:blip r:embed="rId5"/>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5778687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143B4-0982-6855-28CD-6C7E58E0F01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F6D58A2-5ADD-68C2-BDA4-1F9A0DD3028C}"/>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AC4F2513-5BB3-B507-B26F-DCF53256939A}"/>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SP&amp;M, Sociedade de Advogados, RL - 510445020</a:t>
            </a:r>
          </a:p>
        </p:txBody>
      </p:sp>
      <p:sp>
        <p:nvSpPr>
          <p:cNvPr id="7" name="Content Placeholder 2">
            <a:extLst>
              <a:ext uri="{FF2B5EF4-FFF2-40B4-BE49-F238E27FC236}">
                <a16:creationId xmlns:a16="http://schemas.microsoft.com/office/drawing/2014/main" id="{B5DBB450-D48F-B811-9F07-89407F5C8DCB}"/>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noProof="0" dirty="0"/>
              <a:t>Site einforma (</a:t>
            </a:r>
            <a:r>
              <a:rPr lang="es-ES" noProof="0" dirty="0">
                <a:hlinkClick r:id="rId5"/>
              </a:rPr>
              <a:t>link</a:t>
            </a:r>
            <a:r>
              <a:rPr lang="es-ES" noProof="0" dirty="0"/>
              <a:t>)</a:t>
            </a:r>
          </a:p>
          <a:p>
            <a:r>
              <a:rPr lang="es-ES" sz="2400" noProof="0" dirty="0"/>
              <a:t>NIPC: 510445020</a:t>
            </a:r>
          </a:p>
          <a:p>
            <a:r>
              <a:rPr lang="es-ES" sz="2400" noProof="0" dirty="0"/>
              <a:t>Nombre: SOUSA PINHEIRO &amp; MARQUES - SOCIEDADE DE ADVOGADOS, SP, RL</a:t>
            </a:r>
          </a:p>
          <a:p>
            <a:r>
              <a:rPr lang="es-ES" sz="2400" noProof="0" dirty="0"/>
              <a:t>Nombres Anteriores: SOUSA PINHEIRO &amp; MONTENEGRO - SOCIEDADE DE ADVOGADOS, SP, RL</a:t>
            </a:r>
          </a:p>
          <a:p>
            <a:r>
              <a:rPr lang="es-ES" sz="2400" noProof="0" dirty="0"/>
              <a:t>Website: https://spm-advogados.com/</a:t>
            </a:r>
          </a:p>
          <a:p>
            <a:r>
              <a:rPr lang="es-ES" sz="2400" noProof="0" dirty="0"/>
              <a:t>DUNS: </a:t>
            </a:r>
          </a:p>
          <a:p>
            <a:r>
              <a:rPr lang="es-ES" sz="2400" noProof="0" dirty="0"/>
              <a:t>Dirección: PRAÇA BOM SUCESSO, 74/90 3º ESCRITÓRIO 7 – 4150-146 PORTO</a:t>
            </a:r>
          </a:p>
          <a:p>
            <a:r>
              <a:rPr lang="es-ES" sz="2400" noProof="0" dirty="0"/>
              <a:t>Teléfono:</a:t>
            </a:r>
          </a:p>
          <a:p>
            <a:r>
              <a:rPr lang="es-ES" sz="2400" noProof="0" dirty="0"/>
              <a:t>Email:</a:t>
            </a:r>
          </a:p>
          <a:p>
            <a:r>
              <a:rPr lang="es-ES" sz="2400" noProof="0" dirty="0"/>
              <a:t>CAE: 69101 - Atividades jurídicas, exceto dos cartórios notariais</a:t>
            </a:r>
            <a:endParaRPr lang="es-ES" noProof="0" dirty="0"/>
          </a:p>
          <a:p>
            <a:endParaRPr lang="es-ES" noProof="0" dirty="0"/>
          </a:p>
        </p:txBody>
      </p:sp>
      <p:sp>
        <p:nvSpPr>
          <p:cNvPr id="10" name="Content Placeholder 2">
            <a:extLst>
              <a:ext uri="{FF2B5EF4-FFF2-40B4-BE49-F238E27FC236}">
                <a16:creationId xmlns:a16="http://schemas.microsoft.com/office/drawing/2014/main" id="{236D336A-5FA3-402C-7AC6-4415FEAD897F}"/>
              </a:ext>
            </a:extLst>
          </p:cNvPr>
          <p:cNvSpPr txBox="1">
            <a:spLocks/>
          </p:cNvSpPr>
          <p:nvPr/>
        </p:nvSpPr>
        <p:spPr>
          <a:xfrm>
            <a:off x="1134665" y="9169920"/>
            <a:ext cx="16665746"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Consejo:</a:t>
            </a:r>
            <a:r>
              <a:rPr lang="es-ES" noProof="0" dirty="0"/>
              <a:t> La dirección es "única“. ¿Otras empresas en la misma dirección?</a:t>
            </a:r>
          </a:p>
        </p:txBody>
      </p:sp>
      <p:sp>
        <p:nvSpPr>
          <p:cNvPr id="8" name="TextBox 15">
            <a:extLst>
              <a:ext uri="{FF2B5EF4-FFF2-40B4-BE49-F238E27FC236}">
                <a16:creationId xmlns:a16="http://schemas.microsoft.com/office/drawing/2014/main" id="{ECB6AC5E-202D-03A1-EB11-AF326159106E}"/>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18</a:t>
            </a:fld>
            <a:endParaRPr lang="es-ES" sz="1500" b="1" noProof="0" dirty="0">
              <a:solidFill>
                <a:srgbClr val="343434"/>
              </a:solidFill>
              <a:latin typeface="DM Sans Bold"/>
              <a:ea typeface="DM Sans Bold"/>
              <a:cs typeface="DM Sans Bold"/>
              <a:sym typeface="DM Sans Bold"/>
            </a:endParaRPr>
          </a:p>
        </p:txBody>
      </p:sp>
      <p:sp>
        <p:nvSpPr>
          <p:cNvPr id="9" name="TextBox 10">
            <a:extLst>
              <a:ext uri="{FF2B5EF4-FFF2-40B4-BE49-F238E27FC236}">
                <a16:creationId xmlns:a16="http://schemas.microsoft.com/office/drawing/2014/main" id="{4FCD22E5-498D-DD15-D34D-F1FB640BF537}"/>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11" name="TextBox 12">
            <a:extLst>
              <a:ext uri="{FF2B5EF4-FFF2-40B4-BE49-F238E27FC236}">
                <a16:creationId xmlns:a16="http://schemas.microsoft.com/office/drawing/2014/main" id="{5D43D40A-A150-EF30-BE17-AA3610767FB7}"/>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2" name="Picture 11">
            <a:extLst>
              <a:ext uri="{FF2B5EF4-FFF2-40B4-BE49-F238E27FC236}">
                <a16:creationId xmlns:a16="http://schemas.microsoft.com/office/drawing/2014/main" id="{C1B07804-BD78-4C67-80A1-DBD98D2EF90D}"/>
              </a:ext>
            </a:extLst>
          </p:cNvPr>
          <p:cNvPicPr>
            <a:picLocks noChangeAspect="1"/>
          </p:cNvPicPr>
          <p:nvPr/>
        </p:nvPicPr>
        <p:blipFill>
          <a:blip r:embed="rId6"/>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4060139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FEE89-339E-94EF-6394-695A4F10291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5FCC5B4-F058-DCD3-CE1C-2DCD4FEB830E}"/>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C0B89107-4373-047F-818B-9F0F6137FA30}"/>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SP&amp;M, Sociedade de Advogados, RL - 510445020</a:t>
            </a:r>
          </a:p>
        </p:txBody>
      </p:sp>
      <p:sp>
        <p:nvSpPr>
          <p:cNvPr id="7" name="Content Placeholder 2">
            <a:extLst>
              <a:ext uri="{FF2B5EF4-FFF2-40B4-BE49-F238E27FC236}">
                <a16:creationId xmlns:a16="http://schemas.microsoft.com/office/drawing/2014/main" id="{C4773EFE-B112-8C52-0BCD-2237BE8B5CD0}"/>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noProof="0" dirty="0"/>
              <a:t>SP&amp;M (</a:t>
            </a:r>
            <a:r>
              <a:rPr lang="es-ES" noProof="0" dirty="0">
                <a:hlinkClick r:id="rId5"/>
              </a:rPr>
              <a:t>link</a:t>
            </a:r>
            <a:r>
              <a:rPr lang="es-ES" noProof="0" dirty="0"/>
              <a:t>)</a:t>
            </a:r>
          </a:p>
          <a:p>
            <a:r>
              <a:rPr lang="es-ES" sz="2400" noProof="0" dirty="0"/>
              <a:t>Socios: Paulo Sousa Pinheiro</a:t>
            </a:r>
          </a:p>
          <a:p>
            <a:endParaRPr lang="es-ES" sz="2400" noProof="0" dirty="0"/>
          </a:p>
          <a:p>
            <a:pPr marL="0" indent="0">
              <a:buNone/>
            </a:pPr>
            <a:r>
              <a:rPr lang="es-ES" noProof="0" dirty="0"/>
              <a:t>WaybackMachine: (</a:t>
            </a:r>
            <a:r>
              <a:rPr lang="es-ES" noProof="0" dirty="0">
                <a:hlinkClick r:id="rId6"/>
              </a:rPr>
              <a:t>link</a:t>
            </a:r>
            <a:r>
              <a:rPr lang="es-ES" noProof="0" dirty="0"/>
              <a:t>)</a:t>
            </a:r>
          </a:p>
          <a:p>
            <a:r>
              <a:rPr lang="es-ES" sz="2400" noProof="0" dirty="0"/>
              <a:t>Email: lmontenegro@spm-advogados.com</a:t>
            </a:r>
          </a:p>
          <a:p>
            <a:r>
              <a:rPr lang="es-ES" sz="2400" noProof="0" dirty="0"/>
              <a:t>Abogado (cédula profesional n.º 44944P) – Inactivo (</a:t>
            </a:r>
            <a:r>
              <a:rPr lang="es-ES" sz="2400" noProof="0" dirty="0">
                <a:hlinkClick r:id="rId7"/>
              </a:rPr>
              <a:t>portal </a:t>
            </a:r>
            <a:r>
              <a:rPr lang="es-ES" sz="2400" noProof="0" dirty="0" err="1">
                <a:hlinkClick r:id="rId7"/>
              </a:rPr>
              <a:t>ordem</a:t>
            </a:r>
            <a:r>
              <a:rPr lang="es-ES" sz="2400" noProof="0" dirty="0">
                <a:hlinkClick r:id="rId7"/>
              </a:rPr>
              <a:t> dos </a:t>
            </a:r>
            <a:r>
              <a:rPr lang="es-ES" sz="2400" noProof="0" dirty="0" err="1">
                <a:hlinkClick r:id="rId7"/>
              </a:rPr>
              <a:t>advogados</a:t>
            </a:r>
            <a:r>
              <a:rPr lang="es-ES" sz="2400" noProof="0" dirty="0"/>
              <a:t>)</a:t>
            </a:r>
          </a:p>
          <a:p>
            <a:r>
              <a:rPr lang="es-ES" sz="2400" noProof="0" dirty="0"/>
              <a:t>Diputado en la Asamblea Metropolitana de Oporto</a:t>
            </a:r>
          </a:p>
        </p:txBody>
      </p:sp>
      <p:sp>
        <p:nvSpPr>
          <p:cNvPr id="10" name="Content Placeholder 2">
            <a:extLst>
              <a:ext uri="{FF2B5EF4-FFF2-40B4-BE49-F238E27FC236}">
                <a16:creationId xmlns:a16="http://schemas.microsoft.com/office/drawing/2014/main" id="{29EDC1B0-15C1-08E2-51AC-EACC39FAC861}"/>
              </a:ext>
            </a:extLst>
          </p:cNvPr>
          <p:cNvSpPr txBox="1">
            <a:spLocks/>
          </p:cNvSpPr>
          <p:nvPr/>
        </p:nvSpPr>
        <p:spPr>
          <a:xfrm>
            <a:off x="1134665" y="9169920"/>
            <a:ext cx="16665746"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Consejo</a:t>
            </a:r>
            <a:r>
              <a:rPr lang="es-ES" noProof="0" dirty="0"/>
              <a:t>: </a:t>
            </a:r>
            <a:r>
              <a:rPr lang="es-ES" noProof="0" dirty="0" err="1"/>
              <a:t>Wayback</a:t>
            </a:r>
            <a:r>
              <a:rPr lang="es-ES" noProof="0" dirty="0"/>
              <a:t> todo</a:t>
            </a:r>
          </a:p>
        </p:txBody>
      </p:sp>
      <p:sp>
        <p:nvSpPr>
          <p:cNvPr id="8" name="TextBox 15">
            <a:extLst>
              <a:ext uri="{FF2B5EF4-FFF2-40B4-BE49-F238E27FC236}">
                <a16:creationId xmlns:a16="http://schemas.microsoft.com/office/drawing/2014/main" id="{9F43B1BA-0B72-833C-1653-4EBB1EB6A386}"/>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19</a:t>
            </a:fld>
            <a:endParaRPr lang="es-ES" sz="1500" b="1" noProof="0" dirty="0">
              <a:solidFill>
                <a:srgbClr val="343434"/>
              </a:solidFill>
              <a:latin typeface="DM Sans Bold"/>
              <a:ea typeface="DM Sans Bold"/>
              <a:cs typeface="DM Sans Bold"/>
              <a:sym typeface="DM Sans Bold"/>
            </a:endParaRPr>
          </a:p>
        </p:txBody>
      </p:sp>
      <p:sp>
        <p:nvSpPr>
          <p:cNvPr id="9" name="TextBox 10">
            <a:extLst>
              <a:ext uri="{FF2B5EF4-FFF2-40B4-BE49-F238E27FC236}">
                <a16:creationId xmlns:a16="http://schemas.microsoft.com/office/drawing/2014/main" id="{74C21F88-F351-899A-F38D-2A6557B95054}"/>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11" name="TextBox 12">
            <a:extLst>
              <a:ext uri="{FF2B5EF4-FFF2-40B4-BE49-F238E27FC236}">
                <a16:creationId xmlns:a16="http://schemas.microsoft.com/office/drawing/2014/main" id="{4127C71C-5BFD-921B-6747-50F64B14A249}"/>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2" name="Picture 11">
            <a:extLst>
              <a:ext uri="{FF2B5EF4-FFF2-40B4-BE49-F238E27FC236}">
                <a16:creationId xmlns:a16="http://schemas.microsoft.com/office/drawing/2014/main" id="{B981AC78-0491-B896-C406-FDB78C31B5AB}"/>
              </a:ext>
            </a:extLst>
          </p:cNvPr>
          <p:cNvPicPr>
            <a:picLocks noChangeAspect="1"/>
          </p:cNvPicPr>
          <p:nvPr/>
        </p:nvPicPr>
        <p:blipFill>
          <a:blip r:embed="rId8"/>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30694497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CB761-6887-9D5F-41B7-940C683ECFC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2C78BCD-D031-F380-01C0-1A3971E5DDE3}"/>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F52FFE23-8FAD-C849-6403-887D3FCBE772}"/>
              </a:ext>
            </a:extLst>
          </p:cNvPr>
          <p:cNvSpPr txBox="1">
            <a:spLocks/>
          </p:cNvSpPr>
          <p:nvPr/>
        </p:nvSpPr>
        <p:spPr>
          <a:xfrm>
            <a:off x="860254" y="1638300"/>
            <a:ext cx="165133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Status</a:t>
            </a:r>
          </a:p>
        </p:txBody>
      </p:sp>
      <p:sp>
        <p:nvSpPr>
          <p:cNvPr id="5" name="Content Placeholder 4">
            <a:extLst>
              <a:ext uri="{FF2B5EF4-FFF2-40B4-BE49-F238E27FC236}">
                <a16:creationId xmlns:a16="http://schemas.microsoft.com/office/drawing/2014/main" id="{8AD3A068-5559-7ECB-A5C3-1BB7819AC081}"/>
              </a:ext>
            </a:extLst>
          </p:cNvPr>
          <p:cNvSpPr>
            <a:spLocks noGrp="1"/>
          </p:cNvSpPr>
          <p:nvPr>
            <p:ph sz="half" idx="1"/>
          </p:nvPr>
        </p:nvSpPr>
        <p:spPr>
          <a:xfrm>
            <a:off x="860254" y="2644416"/>
            <a:ext cx="8131346" cy="6004284"/>
          </a:xfrm>
        </p:spPr>
        <p:txBody>
          <a:bodyPr>
            <a:normAutofit lnSpcReduction="10000"/>
          </a:bodyPr>
          <a:lstStyle/>
          <a:p>
            <a:r>
              <a:rPr lang="es-ES" sz="2400" b="1" noProof="0" dirty="0"/>
              <a:t>Nombre</a:t>
            </a:r>
            <a:r>
              <a:rPr lang="es-ES" sz="2400" noProof="0" dirty="0"/>
              <a:t>: Luís Montenegro</a:t>
            </a:r>
          </a:p>
          <a:p>
            <a:r>
              <a:rPr lang="es-ES" sz="2400" b="1" noProof="0" dirty="0"/>
              <a:t>Nombre:</a:t>
            </a:r>
            <a:r>
              <a:rPr lang="es-ES" sz="2400" noProof="0" dirty="0"/>
              <a:t> Luís Filipe Montenegro Cardoso de Morais Esteves</a:t>
            </a:r>
          </a:p>
          <a:p>
            <a:r>
              <a:rPr lang="es-ES" sz="2400" b="1" noProof="0" dirty="0"/>
              <a:t>NIF: </a:t>
            </a:r>
            <a:r>
              <a:rPr lang="es-ES" sz="2400" noProof="0" dirty="0"/>
              <a:t>205910254</a:t>
            </a:r>
          </a:p>
          <a:p>
            <a:r>
              <a:rPr lang="es-ES" sz="2400" b="1" noProof="0" dirty="0"/>
              <a:t>Nacimiento</a:t>
            </a:r>
            <a:r>
              <a:rPr lang="es-ES" sz="2400" noProof="0" dirty="0"/>
              <a:t>: 16/02/1973 - Porto</a:t>
            </a:r>
          </a:p>
          <a:p>
            <a:r>
              <a:rPr lang="es-ES" sz="2400" b="1" noProof="0" dirty="0"/>
              <a:t>Estado civil</a:t>
            </a:r>
            <a:r>
              <a:rPr lang="es-ES" sz="2400" noProof="0" dirty="0"/>
              <a:t>: </a:t>
            </a:r>
          </a:p>
          <a:p>
            <a:pPr lvl="1"/>
            <a:r>
              <a:rPr lang="es-ES" sz="2000" noProof="0" dirty="0"/>
              <a:t>Casado - Carla Maria Rodrigues Neto Montenegro</a:t>
            </a:r>
          </a:p>
          <a:p>
            <a:pPr lvl="2"/>
            <a:r>
              <a:rPr lang="es-ES" sz="1600" noProof="0" dirty="0"/>
              <a:t>Comunión de bienes adquiridos</a:t>
            </a:r>
          </a:p>
          <a:p>
            <a:pPr lvl="1"/>
            <a:r>
              <a:rPr lang="es-ES" sz="2000" noProof="0" dirty="0"/>
              <a:t>2 hijos</a:t>
            </a:r>
          </a:p>
          <a:p>
            <a:r>
              <a:rPr lang="es-ES" sz="2400" b="1" noProof="0" dirty="0"/>
              <a:t>Dirección</a:t>
            </a:r>
            <a:r>
              <a:rPr lang="es-ES" sz="2400" noProof="0" dirty="0"/>
              <a:t>:</a:t>
            </a:r>
          </a:p>
          <a:p>
            <a:pPr lvl="1"/>
            <a:r>
              <a:rPr lang="es-ES" sz="2000" noProof="0" dirty="0"/>
              <a:t>Urbanização do Formal, nº 15</a:t>
            </a:r>
          </a:p>
          <a:p>
            <a:pPr lvl="1"/>
            <a:r>
              <a:rPr lang="es-ES" sz="2000" noProof="0" dirty="0"/>
              <a:t>4500 - 669 Silvalde – Espinho</a:t>
            </a:r>
          </a:p>
          <a:p>
            <a:r>
              <a:rPr lang="es-ES" sz="2400" b="1" noProof="0" dirty="0"/>
              <a:t>Email</a:t>
            </a:r>
            <a:r>
              <a:rPr lang="es-ES" sz="2400" noProof="0" dirty="0"/>
              <a:t>: </a:t>
            </a:r>
            <a:r>
              <a:rPr lang="es-ES" sz="2400" noProof="0" dirty="0">
                <a:solidFill>
                  <a:schemeClr val="accent6">
                    <a:lumMod val="50000"/>
                  </a:schemeClr>
                </a:solidFill>
              </a:rPr>
              <a:t>lmontenegro@spm-advogados.com</a:t>
            </a:r>
          </a:p>
          <a:p>
            <a:r>
              <a:rPr lang="es-ES" sz="2400" b="1" noProof="0" dirty="0"/>
              <a:t>Educación</a:t>
            </a:r>
            <a:r>
              <a:rPr lang="es-ES" sz="2400" noProof="0" dirty="0"/>
              <a:t>: </a:t>
            </a:r>
          </a:p>
          <a:p>
            <a:pPr lvl="1"/>
            <a:r>
              <a:rPr lang="es-ES" sz="2000" noProof="0" dirty="0"/>
              <a:t>Licenciado en Derecho - Universidad Católica Portuguesa - 1999</a:t>
            </a:r>
          </a:p>
          <a:p>
            <a:pPr lvl="1"/>
            <a:r>
              <a:rPr lang="es-ES" sz="2000" noProof="0" dirty="0"/>
              <a:t>Postgrado en Protección de Datos Personales - INSEAD</a:t>
            </a:r>
          </a:p>
          <a:p>
            <a:pPr lvl="1"/>
            <a:r>
              <a:rPr lang="es-ES" sz="2000" noProof="0" dirty="0"/>
              <a:t>Programa de Gestión Avanzada - INSEAD</a:t>
            </a:r>
          </a:p>
        </p:txBody>
      </p:sp>
      <p:sp>
        <p:nvSpPr>
          <p:cNvPr id="8" name="Content Placeholder 4">
            <a:extLst>
              <a:ext uri="{FF2B5EF4-FFF2-40B4-BE49-F238E27FC236}">
                <a16:creationId xmlns:a16="http://schemas.microsoft.com/office/drawing/2014/main" id="{109213BF-6FA0-6695-F57F-7374D5423076}"/>
              </a:ext>
            </a:extLst>
          </p:cNvPr>
          <p:cNvSpPr txBox="1">
            <a:spLocks/>
          </p:cNvSpPr>
          <p:nvPr/>
        </p:nvSpPr>
        <p:spPr>
          <a:xfrm>
            <a:off x="9242254" y="2644416"/>
            <a:ext cx="8131346" cy="6004284"/>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r>
              <a:rPr lang="es-ES" sz="2400" b="1" noProof="0" dirty="0"/>
              <a:t>Empleo anterior:</a:t>
            </a:r>
          </a:p>
          <a:p>
            <a:pPr lvl="1"/>
            <a:r>
              <a:rPr lang="es-ES" sz="2000" noProof="0" dirty="0">
                <a:solidFill>
                  <a:schemeClr val="accent6">
                    <a:lumMod val="50000"/>
                  </a:schemeClr>
                </a:solidFill>
              </a:rPr>
              <a:t>Abogado - 44944P</a:t>
            </a:r>
          </a:p>
          <a:p>
            <a:pPr lvl="1"/>
            <a:r>
              <a:rPr lang="es-ES" sz="2000" noProof="0" dirty="0"/>
              <a:t>Abogado – Fundador y socio del bufete SP&amp;M - (50%)</a:t>
            </a:r>
          </a:p>
          <a:p>
            <a:pPr lvl="1"/>
            <a:r>
              <a:rPr lang="es-ES" sz="2000" noProof="0" dirty="0"/>
              <a:t>Presidente de la Junta General del Grupo Ferpinta</a:t>
            </a:r>
          </a:p>
          <a:p>
            <a:pPr lvl="1"/>
            <a:r>
              <a:rPr lang="es-ES" sz="2000" noProof="0" dirty="0"/>
              <a:t>Presidente de la Junta General de Rádio Popular</a:t>
            </a:r>
          </a:p>
          <a:p>
            <a:pPr lvl="1"/>
            <a:r>
              <a:rPr lang="es-ES" sz="2000" noProof="0" dirty="0"/>
              <a:t>Oliveiras Gold de Portugal, Lda (25%) - Bragança</a:t>
            </a:r>
          </a:p>
          <a:p>
            <a:pPr lvl="1"/>
            <a:r>
              <a:rPr lang="es-ES" sz="2000" noProof="0" dirty="0"/>
              <a:t>Luimonteago, Lda (95%) - Barcelos</a:t>
            </a:r>
          </a:p>
          <a:p>
            <a:r>
              <a:rPr lang="es-ES" sz="2400" b="1" noProof="0" dirty="0"/>
              <a:t>Político:</a:t>
            </a:r>
          </a:p>
          <a:p>
            <a:pPr lvl="1"/>
            <a:r>
              <a:rPr lang="es-ES" sz="2000" noProof="0" dirty="0"/>
              <a:t>Miembro y presidente de la Asamblea Municipal de Espinho y concejal</a:t>
            </a:r>
          </a:p>
          <a:p>
            <a:pPr lvl="1"/>
            <a:r>
              <a:rPr lang="es-ES" sz="2000" noProof="0" dirty="0"/>
              <a:t>Diputado en 2002, 2005, 2009, 2011 y 2015 (16 años)</a:t>
            </a:r>
          </a:p>
          <a:p>
            <a:pPr lvl="1"/>
            <a:r>
              <a:rPr lang="es-ES" sz="2000" noProof="0" dirty="0"/>
              <a:t>Presidente del Grupo Parlamentario del PSD de 2011 a 2017</a:t>
            </a:r>
          </a:p>
          <a:p>
            <a:pPr lvl="1"/>
            <a:r>
              <a:rPr lang="es-ES" sz="2000" noProof="0" dirty="0"/>
              <a:t>Líder del Partido Socialdemócrata (PSD) desde el 28 de mayo de 2022</a:t>
            </a:r>
            <a:endParaRPr lang="es-ES" sz="1600" noProof="0" dirty="0"/>
          </a:p>
        </p:txBody>
      </p:sp>
      <p:sp>
        <p:nvSpPr>
          <p:cNvPr id="4" name="TextBox 15">
            <a:extLst>
              <a:ext uri="{FF2B5EF4-FFF2-40B4-BE49-F238E27FC236}">
                <a16:creationId xmlns:a16="http://schemas.microsoft.com/office/drawing/2014/main" id="{FD75395B-4586-9791-1780-185561BC48C6}"/>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20</a:t>
            </a:fld>
            <a:endParaRPr lang="es-ES" sz="1500" b="1" noProof="0" dirty="0">
              <a:solidFill>
                <a:srgbClr val="343434"/>
              </a:solidFill>
              <a:latin typeface="DM Sans Bold"/>
              <a:ea typeface="DM Sans Bold"/>
              <a:cs typeface="DM Sans Bold"/>
              <a:sym typeface="DM Sans Bold"/>
            </a:endParaRPr>
          </a:p>
        </p:txBody>
      </p:sp>
      <p:sp>
        <p:nvSpPr>
          <p:cNvPr id="6" name="TextBox 10">
            <a:extLst>
              <a:ext uri="{FF2B5EF4-FFF2-40B4-BE49-F238E27FC236}">
                <a16:creationId xmlns:a16="http://schemas.microsoft.com/office/drawing/2014/main" id="{E50C706D-D811-F4A9-7C85-4788012BCC3E}"/>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9" name="TextBox 12">
            <a:extLst>
              <a:ext uri="{FF2B5EF4-FFF2-40B4-BE49-F238E27FC236}">
                <a16:creationId xmlns:a16="http://schemas.microsoft.com/office/drawing/2014/main" id="{6E867EEA-DB7F-F9DB-D082-2F65045568AF}"/>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01EF014D-7AE3-7391-5239-0329A276E312}"/>
              </a:ext>
            </a:extLst>
          </p:cNvPr>
          <p:cNvPicPr>
            <a:picLocks noChangeAspect="1"/>
          </p:cNvPicPr>
          <p:nvPr/>
        </p:nvPicPr>
        <p:blipFill>
          <a:blip r:embed="rId5"/>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14432248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9E45B-3537-17FB-4AC3-4CF1A0C4696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3F2A052-6AA0-A521-9351-CE2092009CA2}"/>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52E39698-1B00-1C2B-6A02-3A5553F8A206}"/>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Portal BASE</a:t>
            </a:r>
          </a:p>
        </p:txBody>
      </p:sp>
      <p:sp>
        <p:nvSpPr>
          <p:cNvPr id="7" name="Content Placeholder 2">
            <a:extLst>
              <a:ext uri="{FF2B5EF4-FFF2-40B4-BE49-F238E27FC236}">
                <a16:creationId xmlns:a16="http://schemas.microsoft.com/office/drawing/2014/main" id="{DC1484FE-3B1A-779A-F90C-80A0CF4EC85E}"/>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p:txBody>
      </p:sp>
      <p:pic>
        <p:nvPicPr>
          <p:cNvPr id="9" name="Picture 8">
            <a:hlinkClick r:id="rId5"/>
            <a:extLst>
              <a:ext uri="{FF2B5EF4-FFF2-40B4-BE49-F238E27FC236}">
                <a16:creationId xmlns:a16="http://schemas.microsoft.com/office/drawing/2014/main" id="{85CEF5C7-1136-A00C-4D95-1FA9873835AA}"/>
              </a:ext>
            </a:extLst>
          </p:cNvPr>
          <p:cNvPicPr>
            <a:picLocks noChangeAspect="1"/>
          </p:cNvPicPr>
          <p:nvPr/>
        </p:nvPicPr>
        <p:blipFill>
          <a:blip r:embed="rId6"/>
          <a:stretch>
            <a:fillRect/>
          </a:stretch>
        </p:blipFill>
        <p:spPr>
          <a:xfrm>
            <a:off x="2449988" y="3703176"/>
            <a:ext cx="4560412" cy="4259724"/>
          </a:xfrm>
          <a:prstGeom prst="rect">
            <a:avLst/>
          </a:prstGeom>
        </p:spPr>
      </p:pic>
      <p:pic>
        <p:nvPicPr>
          <p:cNvPr id="10" name="Picture 9">
            <a:hlinkClick r:id="rId7"/>
            <a:extLst>
              <a:ext uri="{FF2B5EF4-FFF2-40B4-BE49-F238E27FC236}">
                <a16:creationId xmlns:a16="http://schemas.microsoft.com/office/drawing/2014/main" id="{681736A6-C3DD-AC0C-3D7C-9671F2D713A7}"/>
              </a:ext>
            </a:extLst>
          </p:cNvPr>
          <p:cNvPicPr>
            <a:picLocks noChangeAspect="1"/>
          </p:cNvPicPr>
          <p:nvPr/>
        </p:nvPicPr>
        <p:blipFill>
          <a:blip r:embed="rId8"/>
          <a:stretch>
            <a:fillRect/>
          </a:stretch>
        </p:blipFill>
        <p:spPr>
          <a:xfrm>
            <a:off x="9220200" y="2614334"/>
            <a:ext cx="6335119" cy="6720166"/>
          </a:xfrm>
          <a:prstGeom prst="rect">
            <a:avLst/>
          </a:prstGeom>
        </p:spPr>
      </p:pic>
      <p:sp>
        <p:nvSpPr>
          <p:cNvPr id="4" name="TextBox 15">
            <a:extLst>
              <a:ext uri="{FF2B5EF4-FFF2-40B4-BE49-F238E27FC236}">
                <a16:creationId xmlns:a16="http://schemas.microsoft.com/office/drawing/2014/main" id="{8008C735-5770-8041-6E4C-A4F80C14EF60}"/>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21</a:t>
            </a:fld>
            <a:endParaRPr lang="es-ES" sz="1500" b="1" noProof="0" dirty="0">
              <a:solidFill>
                <a:srgbClr val="343434"/>
              </a:solidFill>
              <a:latin typeface="DM Sans Bold"/>
              <a:ea typeface="DM Sans Bold"/>
              <a:cs typeface="DM Sans Bold"/>
              <a:sym typeface="DM Sans Bold"/>
            </a:endParaRPr>
          </a:p>
        </p:txBody>
      </p:sp>
      <p:sp>
        <p:nvSpPr>
          <p:cNvPr id="5" name="TextBox 10">
            <a:extLst>
              <a:ext uri="{FF2B5EF4-FFF2-40B4-BE49-F238E27FC236}">
                <a16:creationId xmlns:a16="http://schemas.microsoft.com/office/drawing/2014/main" id="{EF45B96B-95CF-00AC-E012-DF07890FBC3A}"/>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6" name="TextBox 12">
            <a:extLst>
              <a:ext uri="{FF2B5EF4-FFF2-40B4-BE49-F238E27FC236}">
                <a16:creationId xmlns:a16="http://schemas.microsoft.com/office/drawing/2014/main" id="{CCBBF341-1FA6-14B7-E366-CC7B0BAB1037}"/>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8" name="Picture 7">
            <a:extLst>
              <a:ext uri="{FF2B5EF4-FFF2-40B4-BE49-F238E27FC236}">
                <a16:creationId xmlns:a16="http://schemas.microsoft.com/office/drawing/2014/main" id="{26C430B2-B861-D9FF-A0CE-64915E68944B}"/>
              </a:ext>
            </a:extLst>
          </p:cNvPr>
          <p:cNvPicPr>
            <a:picLocks noChangeAspect="1"/>
          </p:cNvPicPr>
          <p:nvPr/>
        </p:nvPicPr>
        <p:blipFill>
          <a:blip r:embed="rId9"/>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1184014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9E5C2-2790-850E-72C6-C4927566692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C44E84F-C58D-496A-B272-ECD1ABBCF8D7}"/>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7" name="Content Placeholder 2">
            <a:extLst>
              <a:ext uri="{FF2B5EF4-FFF2-40B4-BE49-F238E27FC236}">
                <a16:creationId xmlns:a16="http://schemas.microsoft.com/office/drawing/2014/main" id="{181CE1E4-44E1-E447-B5D7-8E03845600B8}"/>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Contratos Públicos</a:t>
            </a:r>
          </a:p>
          <a:p>
            <a:r>
              <a:rPr lang="es-ES" sz="2800" noProof="0" dirty="0"/>
              <a:t>Banco </a:t>
            </a:r>
            <a:r>
              <a:rPr lang="es-ES" sz="2800" noProof="0" dirty="0" err="1"/>
              <a:t>Português</a:t>
            </a:r>
            <a:r>
              <a:rPr lang="es-ES" sz="2800" noProof="0" dirty="0"/>
              <a:t> do Fomento</a:t>
            </a:r>
          </a:p>
          <a:p>
            <a:pPr lvl="1"/>
            <a:r>
              <a:rPr lang="es-ES" sz="2400" noProof="0" dirty="0"/>
              <a:t>2022 – 1 contrato – 100.000€</a:t>
            </a:r>
          </a:p>
          <a:p>
            <a:r>
              <a:rPr lang="es-ES" sz="2800" noProof="0" dirty="0" err="1"/>
              <a:t>Município</a:t>
            </a:r>
            <a:r>
              <a:rPr lang="es-ES" sz="2800" noProof="0" dirty="0"/>
              <a:t> de Espinho</a:t>
            </a:r>
          </a:p>
          <a:p>
            <a:pPr lvl="1"/>
            <a:r>
              <a:rPr lang="es-ES" sz="2400" noProof="0" dirty="0"/>
              <a:t>2014/2019 – 7 contratos – 337.311 €</a:t>
            </a:r>
          </a:p>
          <a:p>
            <a:r>
              <a:rPr lang="es-ES" sz="2800" noProof="0" dirty="0" err="1"/>
              <a:t>Município</a:t>
            </a:r>
            <a:r>
              <a:rPr lang="es-ES" sz="2800" noProof="0" dirty="0"/>
              <a:t> de Vagos</a:t>
            </a:r>
          </a:p>
          <a:p>
            <a:pPr lvl="1"/>
            <a:r>
              <a:rPr lang="es-ES" sz="2400" noProof="0" dirty="0"/>
              <a:t>2015/2021 – 5 contratos – 209.409 €</a:t>
            </a:r>
          </a:p>
          <a:p>
            <a:r>
              <a:rPr lang="es-ES" sz="2800" noProof="0" dirty="0" err="1"/>
              <a:t>Zendensino</a:t>
            </a:r>
            <a:endParaRPr lang="es-ES" sz="2800" noProof="0" dirty="0"/>
          </a:p>
          <a:p>
            <a:pPr lvl="1"/>
            <a:r>
              <a:rPr lang="es-ES" sz="2400" noProof="0" dirty="0"/>
              <a:t>2018/2020 – 2 contratos – 31.900 €</a:t>
            </a:r>
          </a:p>
          <a:p>
            <a:pPr lvl="1"/>
            <a:endParaRPr lang="es-ES" noProof="0" dirty="0"/>
          </a:p>
          <a:p>
            <a:r>
              <a:rPr lang="es-ES" noProof="0" dirty="0"/>
              <a:t>Total </a:t>
            </a:r>
            <a:r>
              <a:rPr lang="es-ES" b="1" noProof="0" dirty="0"/>
              <a:t>807.320€</a:t>
            </a:r>
          </a:p>
        </p:txBody>
      </p:sp>
      <p:sp>
        <p:nvSpPr>
          <p:cNvPr id="8" name="Title 1">
            <a:extLst>
              <a:ext uri="{FF2B5EF4-FFF2-40B4-BE49-F238E27FC236}">
                <a16:creationId xmlns:a16="http://schemas.microsoft.com/office/drawing/2014/main" id="{042284D7-B930-6621-A630-72B1DA517434}"/>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SP&amp;M, Sociedade de Advogados, RL - 510445020</a:t>
            </a:r>
          </a:p>
        </p:txBody>
      </p:sp>
      <p:pic>
        <p:nvPicPr>
          <p:cNvPr id="13" name="Graphic 12">
            <a:extLst>
              <a:ext uri="{FF2B5EF4-FFF2-40B4-BE49-F238E27FC236}">
                <a16:creationId xmlns:a16="http://schemas.microsoft.com/office/drawing/2014/main" id="{CC069437-C8BE-1383-BEEB-1623E98A054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813097" y="2720140"/>
            <a:ext cx="9636703" cy="6069073"/>
          </a:xfrm>
          <a:prstGeom prst="rect">
            <a:avLst/>
          </a:prstGeom>
        </p:spPr>
      </p:pic>
      <p:sp>
        <p:nvSpPr>
          <p:cNvPr id="3" name="TextBox 15">
            <a:extLst>
              <a:ext uri="{FF2B5EF4-FFF2-40B4-BE49-F238E27FC236}">
                <a16:creationId xmlns:a16="http://schemas.microsoft.com/office/drawing/2014/main" id="{2C33CD47-4A44-B727-07AA-9A0A8689CD53}"/>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22</a:t>
            </a:fld>
            <a:endParaRPr lang="es-ES" sz="1500" b="1" noProof="0" dirty="0">
              <a:solidFill>
                <a:srgbClr val="343434"/>
              </a:solidFill>
              <a:latin typeface="DM Sans Bold"/>
              <a:ea typeface="DM Sans Bold"/>
              <a:cs typeface="DM Sans Bold"/>
              <a:sym typeface="DM Sans Bold"/>
            </a:endParaRPr>
          </a:p>
        </p:txBody>
      </p:sp>
      <p:sp>
        <p:nvSpPr>
          <p:cNvPr id="9" name="TextBox 10">
            <a:extLst>
              <a:ext uri="{FF2B5EF4-FFF2-40B4-BE49-F238E27FC236}">
                <a16:creationId xmlns:a16="http://schemas.microsoft.com/office/drawing/2014/main" id="{91E656E9-7259-9E49-36DD-7F2E88B70CED}"/>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10" name="TextBox 12">
            <a:extLst>
              <a:ext uri="{FF2B5EF4-FFF2-40B4-BE49-F238E27FC236}">
                <a16:creationId xmlns:a16="http://schemas.microsoft.com/office/drawing/2014/main" id="{66BABB3A-1103-E730-D471-AF89D221B6C0}"/>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1" name="Picture 10">
            <a:extLst>
              <a:ext uri="{FF2B5EF4-FFF2-40B4-BE49-F238E27FC236}">
                <a16:creationId xmlns:a16="http://schemas.microsoft.com/office/drawing/2014/main" id="{93B20FF6-D04B-6AF5-FA32-2E77624D59B5}"/>
              </a:ext>
            </a:extLst>
          </p:cNvPr>
          <p:cNvPicPr>
            <a:picLocks noChangeAspect="1"/>
          </p:cNvPicPr>
          <p:nvPr/>
        </p:nvPicPr>
        <p:blipFill>
          <a:blip r:embed="rId7"/>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8288824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D2FE6-C008-5317-F416-2B153E6C7CA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B76E2F1-A82A-8F26-1EE3-F01B1683BBC1}"/>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B60E2769-7C01-5BBE-1A96-EEB7EC1CB6D6}"/>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Luimonteago, Lda - 510347070</a:t>
            </a:r>
          </a:p>
        </p:txBody>
      </p:sp>
      <p:sp>
        <p:nvSpPr>
          <p:cNvPr id="7" name="Content Placeholder 2">
            <a:extLst>
              <a:ext uri="{FF2B5EF4-FFF2-40B4-BE49-F238E27FC236}">
                <a16:creationId xmlns:a16="http://schemas.microsoft.com/office/drawing/2014/main" id="{47EE52F8-95C5-0C95-ECA9-8C2E94CAB9A0}"/>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p:txBody>
      </p:sp>
      <p:pic>
        <p:nvPicPr>
          <p:cNvPr id="4" name="Picture 3">
            <a:hlinkClick r:id="rId5"/>
            <a:extLst>
              <a:ext uri="{FF2B5EF4-FFF2-40B4-BE49-F238E27FC236}">
                <a16:creationId xmlns:a16="http://schemas.microsoft.com/office/drawing/2014/main" id="{B875C02F-B7EF-0F5C-0D4A-1765E4A50A9C}"/>
              </a:ext>
            </a:extLst>
          </p:cNvPr>
          <p:cNvPicPr>
            <a:picLocks noChangeAspect="1"/>
          </p:cNvPicPr>
          <p:nvPr/>
        </p:nvPicPr>
        <p:blipFill>
          <a:blip r:embed="rId6"/>
          <a:stretch>
            <a:fillRect/>
          </a:stretch>
        </p:blipFill>
        <p:spPr>
          <a:xfrm>
            <a:off x="2449989" y="3703176"/>
            <a:ext cx="4560411" cy="4259724"/>
          </a:xfrm>
          <a:prstGeom prst="rect">
            <a:avLst/>
          </a:prstGeom>
        </p:spPr>
      </p:pic>
      <p:pic>
        <p:nvPicPr>
          <p:cNvPr id="8" name="Picture 7">
            <a:extLst>
              <a:ext uri="{FF2B5EF4-FFF2-40B4-BE49-F238E27FC236}">
                <a16:creationId xmlns:a16="http://schemas.microsoft.com/office/drawing/2014/main" id="{80F66F02-6523-B751-87BA-B842272065D3}"/>
              </a:ext>
            </a:extLst>
          </p:cNvPr>
          <p:cNvPicPr>
            <a:picLocks noChangeAspect="1"/>
          </p:cNvPicPr>
          <p:nvPr/>
        </p:nvPicPr>
        <p:blipFill>
          <a:blip r:embed="rId7"/>
          <a:stretch>
            <a:fillRect/>
          </a:stretch>
        </p:blipFill>
        <p:spPr>
          <a:xfrm>
            <a:off x="9220200" y="1104900"/>
            <a:ext cx="6525536" cy="9040487"/>
          </a:xfrm>
          <a:prstGeom prst="rect">
            <a:avLst/>
          </a:prstGeom>
        </p:spPr>
      </p:pic>
      <p:sp>
        <p:nvSpPr>
          <p:cNvPr id="5" name="TextBox 15">
            <a:extLst>
              <a:ext uri="{FF2B5EF4-FFF2-40B4-BE49-F238E27FC236}">
                <a16:creationId xmlns:a16="http://schemas.microsoft.com/office/drawing/2014/main" id="{A072E9CE-F4BE-6CCF-50E2-43EF60B85349}"/>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23</a:t>
            </a:fld>
            <a:endParaRPr lang="es-ES" sz="1500" b="1" noProof="0" dirty="0">
              <a:solidFill>
                <a:srgbClr val="343434"/>
              </a:solidFill>
              <a:latin typeface="DM Sans Bold"/>
              <a:ea typeface="DM Sans Bold"/>
              <a:cs typeface="DM Sans Bold"/>
              <a:sym typeface="DM Sans Bold"/>
            </a:endParaRPr>
          </a:p>
        </p:txBody>
      </p:sp>
      <p:sp>
        <p:nvSpPr>
          <p:cNvPr id="6" name="TextBox 10">
            <a:extLst>
              <a:ext uri="{FF2B5EF4-FFF2-40B4-BE49-F238E27FC236}">
                <a16:creationId xmlns:a16="http://schemas.microsoft.com/office/drawing/2014/main" id="{706ABBD2-0D9F-392B-D745-4CA00B628D1B}"/>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9" name="TextBox 12">
            <a:extLst>
              <a:ext uri="{FF2B5EF4-FFF2-40B4-BE49-F238E27FC236}">
                <a16:creationId xmlns:a16="http://schemas.microsoft.com/office/drawing/2014/main" id="{F25B5E8A-C040-A9D8-147E-4BA7D9C83C53}"/>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0783B49E-05DA-E1A9-8D59-AB11ABD7EE0F}"/>
              </a:ext>
            </a:extLst>
          </p:cNvPr>
          <p:cNvPicPr>
            <a:picLocks noChangeAspect="1"/>
          </p:cNvPicPr>
          <p:nvPr/>
        </p:nvPicPr>
        <p:blipFill>
          <a:blip r:embed="rId8"/>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1326935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4FCA4-8193-A7DB-137A-8413546CAB4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69CA8C3-5DA0-8B84-D846-27D5AB0A7C54}"/>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7" name="Content Placeholder 2">
            <a:extLst>
              <a:ext uri="{FF2B5EF4-FFF2-40B4-BE49-F238E27FC236}">
                <a16:creationId xmlns:a16="http://schemas.microsoft.com/office/drawing/2014/main" id="{712E18FD-C76B-E829-31F0-DB33CCF1890E}"/>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p:txBody>
      </p:sp>
      <p:pic>
        <p:nvPicPr>
          <p:cNvPr id="4" name="Picture 3">
            <a:hlinkClick r:id="rId5"/>
            <a:extLst>
              <a:ext uri="{FF2B5EF4-FFF2-40B4-BE49-F238E27FC236}">
                <a16:creationId xmlns:a16="http://schemas.microsoft.com/office/drawing/2014/main" id="{F26187C7-19BC-F7E3-5226-2FE61F1CB910}"/>
              </a:ext>
            </a:extLst>
          </p:cNvPr>
          <p:cNvPicPr>
            <a:picLocks noChangeAspect="1"/>
          </p:cNvPicPr>
          <p:nvPr/>
        </p:nvPicPr>
        <p:blipFill>
          <a:blip r:embed="rId6"/>
          <a:stretch>
            <a:fillRect/>
          </a:stretch>
        </p:blipFill>
        <p:spPr>
          <a:xfrm>
            <a:off x="2449989" y="3703176"/>
            <a:ext cx="4560411" cy="4259724"/>
          </a:xfrm>
          <a:prstGeom prst="rect">
            <a:avLst/>
          </a:prstGeom>
        </p:spPr>
      </p:pic>
      <p:pic>
        <p:nvPicPr>
          <p:cNvPr id="8" name="Picture 7">
            <a:extLst>
              <a:ext uri="{FF2B5EF4-FFF2-40B4-BE49-F238E27FC236}">
                <a16:creationId xmlns:a16="http://schemas.microsoft.com/office/drawing/2014/main" id="{814BA08B-C9B4-69E4-2D19-57102A8B8858}"/>
              </a:ext>
            </a:extLst>
          </p:cNvPr>
          <p:cNvPicPr>
            <a:picLocks noChangeAspect="1"/>
          </p:cNvPicPr>
          <p:nvPr/>
        </p:nvPicPr>
        <p:blipFill>
          <a:blip r:embed="rId7"/>
          <a:stretch>
            <a:fillRect/>
          </a:stretch>
        </p:blipFill>
        <p:spPr>
          <a:xfrm>
            <a:off x="9193127" y="1122687"/>
            <a:ext cx="6535062" cy="9050013"/>
          </a:xfrm>
          <a:prstGeom prst="rect">
            <a:avLst/>
          </a:prstGeom>
        </p:spPr>
      </p:pic>
      <p:sp>
        <p:nvSpPr>
          <p:cNvPr id="3" name="Title 1">
            <a:extLst>
              <a:ext uri="{FF2B5EF4-FFF2-40B4-BE49-F238E27FC236}">
                <a16:creationId xmlns:a16="http://schemas.microsoft.com/office/drawing/2014/main" id="{EFB035DC-E6CE-1842-4B0E-AE0AA306A2F4}"/>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Oliveiras Gold de Portugal, Lda - 510172466</a:t>
            </a:r>
          </a:p>
        </p:txBody>
      </p:sp>
      <p:sp>
        <p:nvSpPr>
          <p:cNvPr id="5" name="TextBox 15">
            <a:extLst>
              <a:ext uri="{FF2B5EF4-FFF2-40B4-BE49-F238E27FC236}">
                <a16:creationId xmlns:a16="http://schemas.microsoft.com/office/drawing/2014/main" id="{B1D62F38-183A-3CAB-CD4D-68D6445A4497}"/>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24</a:t>
            </a:fld>
            <a:endParaRPr lang="es-ES" sz="1500" b="1" noProof="0" dirty="0">
              <a:solidFill>
                <a:srgbClr val="343434"/>
              </a:solidFill>
              <a:latin typeface="DM Sans Bold"/>
              <a:ea typeface="DM Sans Bold"/>
              <a:cs typeface="DM Sans Bold"/>
              <a:sym typeface="DM Sans Bold"/>
            </a:endParaRPr>
          </a:p>
        </p:txBody>
      </p:sp>
      <p:sp>
        <p:nvSpPr>
          <p:cNvPr id="6" name="TextBox 10">
            <a:extLst>
              <a:ext uri="{FF2B5EF4-FFF2-40B4-BE49-F238E27FC236}">
                <a16:creationId xmlns:a16="http://schemas.microsoft.com/office/drawing/2014/main" id="{DCE2D3B7-74E4-E09C-F5F5-A2AC39878BCD}"/>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9" name="TextBox 12">
            <a:extLst>
              <a:ext uri="{FF2B5EF4-FFF2-40B4-BE49-F238E27FC236}">
                <a16:creationId xmlns:a16="http://schemas.microsoft.com/office/drawing/2014/main" id="{E91BC0E7-2D95-1FA0-1F11-BEB5CA87A06B}"/>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FF110523-78F9-1E37-3CA0-C704B36D108D}"/>
              </a:ext>
            </a:extLst>
          </p:cNvPr>
          <p:cNvPicPr>
            <a:picLocks noChangeAspect="1"/>
          </p:cNvPicPr>
          <p:nvPr/>
        </p:nvPicPr>
        <p:blipFill>
          <a:blip r:embed="rId8"/>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3933235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0B3E4-E1AF-1BBA-64D4-E4C789A8B39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991222C-06F1-21E0-F143-A0CC50925AF2}"/>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7" name="Content Placeholder 2">
            <a:extLst>
              <a:ext uri="{FF2B5EF4-FFF2-40B4-BE49-F238E27FC236}">
                <a16:creationId xmlns:a16="http://schemas.microsoft.com/office/drawing/2014/main" id="{58AD1562-3E05-9638-50E7-D01192D6CB3C}"/>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p:txBody>
      </p:sp>
      <p:sp>
        <p:nvSpPr>
          <p:cNvPr id="3" name="Title 1">
            <a:extLst>
              <a:ext uri="{FF2B5EF4-FFF2-40B4-BE49-F238E27FC236}">
                <a16:creationId xmlns:a16="http://schemas.microsoft.com/office/drawing/2014/main" id="{710D91F8-630A-F723-8D31-BA5E2A0948B1}"/>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err="1"/>
              <a:t>Semanário</a:t>
            </a:r>
            <a:r>
              <a:rPr lang="es-ES" sz="4800" b="1" noProof="0" dirty="0"/>
              <a:t> </a:t>
            </a:r>
            <a:r>
              <a:rPr lang="es-ES" sz="4800" b="1" noProof="0" dirty="0" err="1"/>
              <a:t>Expresso</a:t>
            </a:r>
            <a:endParaRPr lang="es-ES" sz="4800" b="1" noProof="0" dirty="0"/>
          </a:p>
        </p:txBody>
      </p:sp>
      <p:grpSp>
        <p:nvGrpSpPr>
          <p:cNvPr id="12" name="Group 11">
            <a:extLst>
              <a:ext uri="{FF2B5EF4-FFF2-40B4-BE49-F238E27FC236}">
                <a16:creationId xmlns:a16="http://schemas.microsoft.com/office/drawing/2014/main" id="{D75A45EF-A782-B410-E437-4F7A366EA400}"/>
              </a:ext>
            </a:extLst>
          </p:cNvPr>
          <p:cNvGrpSpPr/>
          <p:nvPr/>
        </p:nvGrpSpPr>
        <p:grpSpPr>
          <a:xfrm>
            <a:off x="4536182" y="2599758"/>
            <a:ext cx="9103618" cy="7191942"/>
            <a:chOff x="7315200" y="2599758"/>
            <a:chExt cx="9103618" cy="7191942"/>
          </a:xfrm>
        </p:grpSpPr>
        <p:pic>
          <p:nvPicPr>
            <p:cNvPr id="6" name="Picture 5">
              <a:hlinkClick r:id="rId5"/>
              <a:extLst>
                <a:ext uri="{FF2B5EF4-FFF2-40B4-BE49-F238E27FC236}">
                  <a16:creationId xmlns:a16="http://schemas.microsoft.com/office/drawing/2014/main" id="{A20FF384-31CB-8DCE-37D9-4BA9AAF1BCC3}"/>
                </a:ext>
              </a:extLst>
            </p:cNvPr>
            <p:cNvPicPr>
              <a:picLocks noChangeAspect="1"/>
            </p:cNvPicPr>
            <p:nvPr/>
          </p:nvPicPr>
          <p:blipFill>
            <a:blip r:embed="rId6"/>
            <a:stretch>
              <a:fillRect/>
            </a:stretch>
          </p:blipFill>
          <p:spPr>
            <a:xfrm>
              <a:off x="7315200" y="2599758"/>
              <a:ext cx="9103618" cy="7191942"/>
            </a:xfrm>
            <a:prstGeom prst="rect">
              <a:avLst/>
            </a:prstGeom>
          </p:spPr>
        </p:pic>
        <p:sp>
          <p:nvSpPr>
            <p:cNvPr id="10" name="Rectangle 9">
              <a:extLst>
                <a:ext uri="{FF2B5EF4-FFF2-40B4-BE49-F238E27FC236}">
                  <a16:creationId xmlns:a16="http://schemas.microsoft.com/office/drawing/2014/main" id="{AD2B73DB-5DD4-72E3-3E9B-EB1CC168C367}"/>
                </a:ext>
              </a:extLst>
            </p:cNvPr>
            <p:cNvSpPr/>
            <p:nvPr/>
          </p:nvSpPr>
          <p:spPr>
            <a:xfrm>
              <a:off x="7391400" y="5372100"/>
              <a:ext cx="8785963" cy="106680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noProof="0" dirty="0">
                <a:solidFill>
                  <a:schemeClr val="bg1"/>
                </a:solidFill>
              </a:endParaRPr>
            </a:p>
          </p:txBody>
        </p:sp>
        <p:sp>
          <p:nvSpPr>
            <p:cNvPr id="11" name="Rectangle 10">
              <a:extLst>
                <a:ext uri="{FF2B5EF4-FFF2-40B4-BE49-F238E27FC236}">
                  <a16:creationId xmlns:a16="http://schemas.microsoft.com/office/drawing/2014/main" id="{89FF1A23-0F6C-CFDC-7789-22809E525EC0}"/>
                </a:ext>
              </a:extLst>
            </p:cNvPr>
            <p:cNvSpPr/>
            <p:nvPr/>
          </p:nvSpPr>
          <p:spPr>
            <a:xfrm>
              <a:off x="11696700" y="6745206"/>
              <a:ext cx="1219201" cy="303294"/>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noProof="0" dirty="0">
                <a:solidFill>
                  <a:schemeClr val="bg1"/>
                </a:solidFill>
              </a:endParaRPr>
            </a:p>
          </p:txBody>
        </p:sp>
      </p:grpSp>
      <p:sp>
        <p:nvSpPr>
          <p:cNvPr id="4" name="TextBox 15">
            <a:extLst>
              <a:ext uri="{FF2B5EF4-FFF2-40B4-BE49-F238E27FC236}">
                <a16:creationId xmlns:a16="http://schemas.microsoft.com/office/drawing/2014/main" id="{0E408E2F-774A-9BEE-C303-C3603F591F90}"/>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25</a:t>
            </a:fld>
            <a:endParaRPr lang="es-ES" sz="1500" b="1" noProof="0" dirty="0">
              <a:solidFill>
                <a:srgbClr val="343434"/>
              </a:solidFill>
              <a:latin typeface="DM Sans Bold"/>
              <a:ea typeface="DM Sans Bold"/>
              <a:cs typeface="DM Sans Bold"/>
              <a:sym typeface="DM Sans Bold"/>
            </a:endParaRPr>
          </a:p>
        </p:txBody>
      </p:sp>
      <p:sp>
        <p:nvSpPr>
          <p:cNvPr id="5" name="TextBox 10">
            <a:extLst>
              <a:ext uri="{FF2B5EF4-FFF2-40B4-BE49-F238E27FC236}">
                <a16:creationId xmlns:a16="http://schemas.microsoft.com/office/drawing/2014/main" id="{1DC4D567-C67D-C8D8-84A3-334563631FB3}"/>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8" name="TextBox 12">
            <a:extLst>
              <a:ext uri="{FF2B5EF4-FFF2-40B4-BE49-F238E27FC236}">
                <a16:creationId xmlns:a16="http://schemas.microsoft.com/office/drawing/2014/main" id="{520BC95E-2002-40F6-7822-18049D83E4A7}"/>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9" name="Picture 8">
            <a:extLst>
              <a:ext uri="{FF2B5EF4-FFF2-40B4-BE49-F238E27FC236}">
                <a16:creationId xmlns:a16="http://schemas.microsoft.com/office/drawing/2014/main" id="{6ABC57EB-A143-932C-33DF-0EAC169279DF}"/>
              </a:ext>
            </a:extLst>
          </p:cNvPr>
          <p:cNvPicPr>
            <a:picLocks noChangeAspect="1"/>
          </p:cNvPicPr>
          <p:nvPr/>
        </p:nvPicPr>
        <p:blipFill>
          <a:blip r:embed="rId7"/>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15681646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849AD-6EF2-1F22-D112-F5CFB5DE2A9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5B74716-B382-4A85-E2D6-F3340E739BD6}"/>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080FF151-AB5D-D75A-4038-D5B6A44E138A}"/>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Empresas</a:t>
            </a:r>
          </a:p>
        </p:txBody>
      </p:sp>
      <p:sp>
        <p:nvSpPr>
          <p:cNvPr id="10" name="Content Placeholder 2">
            <a:extLst>
              <a:ext uri="{FF2B5EF4-FFF2-40B4-BE49-F238E27FC236}">
                <a16:creationId xmlns:a16="http://schemas.microsoft.com/office/drawing/2014/main" id="{129DCAB9-3AAB-5A4A-9E40-A48E2413A1DD}"/>
              </a:ext>
            </a:extLst>
          </p:cNvPr>
          <p:cNvSpPr txBox="1">
            <a:spLocks/>
          </p:cNvSpPr>
          <p:nvPr/>
        </p:nvSpPr>
        <p:spPr>
          <a:xfrm>
            <a:off x="1134665" y="9169920"/>
            <a:ext cx="16665746"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Consejo:</a:t>
            </a:r>
            <a:r>
              <a:rPr lang="es-ES" noProof="0" dirty="0"/>
              <a:t> Empresas, socios comerciales, clientes, ...</a:t>
            </a:r>
          </a:p>
        </p:txBody>
      </p:sp>
      <p:graphicFrame>
        <p:nvGraphicFramePr>
          <p:cNvPr id="8" name="Table 5">
            <a:extLst>
              <a:ext uri="{FF2B5EF4-FFF2-40B4-BE49-F238E27FC236}">
                <a16:creationId xmlns:a16="http://schemas.microsoft.com/office/drawing/2014/main" id="{3B675979-EEE5-30F7-E3D5-7480BE3BC57F}"/>
              </a:ext>
            </a:extLst>
          </p:cNvPr>
          <p:cNvGraphicFramePr>
            <a:graphicFrameLocks/>
          </p:cNvGraphicFramePr>
          <p:nvPr>
            <p:extLst>
              <p:ext uri="{D42A27DB-BD31-4B8C-83A1-F6EECF244321}">
                <p14:modId xmlns:p14="http://schemas.microsoft.com/office/powerpoint/2010/main" val="1673739515"/>
              </p:ext>
            </p:extLst>
          </p:nvPr>
        </p:nvGraphicFramePr>
        <p:xfrm>
          <a:off x="1051765" y="2877739"/>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SP&amp;M, Sociedade de Advogados, RL </a:t>
                      </a:r>
                    </a:p>
                  </a:txBody>
                  <a:tcPr anchor="ctr">
                    <a:solidFill>
                      <a:schemeClr val="tx1"/>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510445020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50%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13" name="Table 5">
            <a:extLst>
              <a:ext uri="{FF2B5EF4-FFF2-40B4-BE49-F238E27FC236}">
                <a16:creationId xmlns:a16="http://schemas.microsoft.com/office/drawing/2014/main" id="{A0F1369F-F1EE-2A97-76A0-CF4F0AA1F6EE}"/>
              </a:ext>
            </a:extLst>
          </p:cNvPr>
          <p:cNvGraphicFramePr>
            <a:graphicFrameLocks/>
          </p:cNvGraphicFramePr>
          <p:nvPr>
            <p:extLst>
              <p:ext uri="{D42A27DB-BD31-4B8C-83A1-F6EECF244321}">
                <p14:modId xmlns:p14="http://schemas.microsoft.com/office/powerpoint/2010/main" val="284842730"/>
              </p:ext>
            </p:extLst>
          </p:nvPr>
        </p:nvGraphicFramePr>
        <p:xfrm>
          <a:off x="6612279" y="2876889"/>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Luimonteago, Lda</a:t>
                      </a:r>
                    </a:p>
                  </a:txBody>
                  <a:tcPr anchor="ctr">
                    <a:solidFill>
                      <a:schemeClr val="tx1"/>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510347070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95%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4.750€</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15" name="Table 5">
            <a:extLst>
              <a:ext uri="{FF2B5EF4-FFF2-40B4-BE49-F238E27FC236}">
                <a16:creationId xmlns:a16="http://schemas.microsoft.com/office/drawing/2014/main" id="{A6CB2ADF-09F5-FD43-A3D6-D470C48F6A1A}"/>
              </a:ext>
            </a:extLst>
          </p:cNvPr>
          <p:cNvGraphicFramePr>
            <a:graphicFrameLocks/>
          </p:cNvGraphicFramePr>
          <p:nvPr>
            <p:extLst>
              <p:ext uri="{D42A27DB-BD31-4B8C-83A1-F6EECF244321}">
                <p14:modId xmlns:p14="http://schemas.microsoft.com/office/powerpoint/2010/main" val="3600701895"/>
              </p:ext>
            </p:extLst>
          </p:nvPr>
        </p:nvGraphicFramePr>
        <p:xfrm>
          <a:off x="12137854" y="2877738"/>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Oliveiras Gold de Portugal, Lda</a:t>
                      </a:r>
                    </a:p>
                  </a:txBody>
                  <a:tcPr anchor="ctr">
                    <a:solidFill>
                      <a:schemeClr val="tx1"/>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510172466</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25%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1.200€</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18" name="Table 5">
            <a:extLst>
              <a:ext uri="{FF2B5EF4-FFF2-40B4-BE49-F238E27FC236}">
                <a16:creationId xmlns:a16="http://schemas.microsoft.com/office/drawing/2014/main" id="{658DEC7D-1C70-A6B5-9190-E6384138B329}"/>
              </a:ext>
            </a:extLst>
          </p:cNvPr>
          <p:cNvGraphicFramePr>
            <a:graphicFrameLocks/>
          </p:cNvGraphicFramePr>
          <p:nvPr>
            <p:extLst>
              <p:ext uri="{D42A27DB-BD31-4B8C-83A1-F6EECF244321}">
                <p14:modId xmlns:p14="http://schemas.microsoft.com/office/powerpoint/2010/main" val="2563891410"/>
              </p:ext>
            </p:extLst>
          </p:nvPr>
        </p:nvGraphicFramePr>
        <p:xfrm>
          <a:off x="1051765" y="5864362"/>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Grupo Ferpinta, SA</a:t>
                      </a:r>
                    </a:p>
                  </a:txBody>
                  <a:tcPr anchor="ctr">
                    <a:solidFill>
                      <a:schemeClr val="tx1"/>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501756710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Presidente de la Junta General</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19" name="Table 5">
            <a:extLst>
              <a:ext uri="{FF2B5EF4-FFF2-40B4-BE49-F238E27FC236}">
                <a16:creationId xmlns:a16="http://schemas.microsoft.com/office/drawing/2014/main" id="{F0F80D9B-901D-CAE6-DBB7-F97A01F47215}"/>
              </a:ext>
            </a:extLst>
          </p:cNvPr>
          <p:cNvGraphicFramePr>
            <a:graphicFrameLocks/>
          </p:cNvGraphicFramePr>
          <p:nvPr>
            <p:extLst>
              <p:ext uri="{D42A27DB-BD31-4B8C-83A1-F6EECF244321}">
                <p14:modId xmlns:p14="http://schemas.microsoft.com/office/powerpoint/2010/main" val="3498068126"/>
              </p:ext>
            </p:extLst>
          </p:nvPr>
        </p:nvGraphicFramePr>
        <p:xfrm>
          <a:off x="6592311" y="5868507"/>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Radio Popular - Eletrodomésticos, SA</a:t>
                      </a:r>
                    </a:p>
                  </a:txBody>
                  <a:tcPr anchor="ctr">
                    <a:solidFill>
                      <a:schemeClr val="tx1"/>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500674205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Presidente de la Junta General</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20" name="Table 5">
            <a:extLst>
              <a:ext uri="{FF2B5EF4-FFF2-40B4-BE49-F238E27FC236}">
                <a16:creationId xmlns:a16="http://schemas.microsoft.com/office/drawing/2014/main" id="{A4DB79A2-CEC5-CA36-E153-614D890D7346}"/>
              </a:ext>
            </a:extLst>
          </p:cNvPr>
          <p:cNvGraphicFramePr>
            <a:graphicFrameLocks/>
          </p:cNvGraphicFramePr>
          <p:nvPr>
            <p:extLst>
              <p:ext uri="{D42A27DB-BD31-4B8C-83A1-F6EECF244321}">
                <p14:modId xmlns:p14="http://schemas.microsoft.com/office/powerpoint/2010/main" val="4245063501"/>
              </p:ext>
            </p:extLst>
          </p:nvPr>
        </p:nvGraphicFramePr>
        <p:xfrm>
          <a:off x="12137854" y="5864361"/>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err="1"/>
                        <a:t>Spinumviva</a:t>
                      </a:r>
                      <a:r>
                        <a:rPr lang="es-ES" sz="2400" noProof="0" dirty="0"/>
                        <a:t>, Lda</a:t>
                      </a:r>
                    </a:p>
                  </a:txBody>
                  <a:tcPr anchor="ctr">
                    <a:solidFill>
                      <a:schemeClr val="accent6">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516195174</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Cargo – 62.5%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3.750€</a:t>
                      </a:r>
                    </a:p>
                  </a:txBody>
                  <a:tcPr>
                    <a:solidFill>
                      <a:schemeClr val="accent6">
                        <a:lumMod val="20000"/>
                        <a:lumOff val="80000"/>
                      </a:schemeClr>
                    </a:solidFill>
                  </a:tcPr>
                </a:tc>
                <a:extLst>
                  <a:ext uri="{0D108BD9-81ED-4DB2-BD59-A6C34878D82A}">
                    <a16:rowId xmlns:a16="http://schemas.microsoft.com/office/drawing/2014/main" val="3288223916"/>
                  </a:ext>
                </a:extLst>
              </a:tr>
            </a:tbl>
          </a:graphicData>
        </a:graphic>
      </p:graphicFrame>
      <p:sp>
        <p:nvSpPr>
          <p:cNvPr id="7" name="TextBox 15">
            <a:extLst>
              <a:ext uri="{FF2B5EF4-FFF2-40B4-BE49-F238E27FC236}">
                <a16:creationId xmlns:a16="http://schemas.microsoft.com/office/drawing/2014/main" id="{EBDF4DDB-9FC8-9567-0226-E21EC0BBED62}"/>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26</a:t>
            </a:fld>
            <a:endParaRPr lang="es-ES" sz="1500" b="1" noProof="0" dirty="0">
              <a:solidFill>
                <a:srgbClr val="343434"/>
              </a:solidFill>
              <a:latin typeface="DM Sans Bold"/>
              <a:ea typeface="DM Sans Bold"/>
              <a:cs typeface="DM Sans Bold"/>
              <a:sym typeface="DM Sans Bold"/>
            </a:endParaRPr>
          </a:p>
        </p:txBody>
      </p:sp>
      <p:sp>
        <p:nvSpPr>
          <p:cNvPr id="9" name="TextBox 10">
            <a:extLst>
              <a:ext uri="{FF2B5EF4-FFF2-40B4-BE49-F238E27FC236}">
                <a16:creationId xmlns:a16="http://schemas.microsoft.com/office/drawing/2014/main" id="{E4BBE809-3D51-9C7A-00B9-5B6B50A244E4}"/>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11" name="TextBox 12">
            <a:extLst>
              <a:ext uri="{FF2B5EF4-FFF2-40B4-BE49-F238E27FC236}">
                <a16:creationId xmlns:a16="http://schemas.microsoft.com/office/drawing/2014/main" id="{66289826-BFAE-194C-6656-5A5FB37D3495}"/>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2" name="Picture 11">
            <a:extLst>
              <a:ext uri="{FF2B5EF4-FFF2-40B4-BE49-F238E27FC236}">
                <a16:creationId xmlns:a16="http://schemas.microsoft.com/office/drawing/2014/main" id="{D7C8224D-68EA-4834-5B56-5A3AC0CF1614}"/>
              </a:ext>
            </a:extLst>
          </p:cNvPr>
          <p:cNvPicPr>
            <a:picLocks noChangeAspect="1"/>
          </p:cNvPicPr>
          <p:nvPr/>
        </p:nvPicPr>
        <p:blipFill>
          <a:blip r:embed="rId5"/>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18646726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F20CF-7CD3-5409-4B45-AA87575FBDE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6F36C71-B3FD-AE5F-BB73-15CAE7E24063}"/>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68CF61D8-5E46-AAAD-FCE8-8DFDAAB2065D}"/>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err="1"/>
              <a:t>Spinumviva</a:t>
            </a:r>
            <a:r>
              <a:rPr lang="es-ES" sz="4800" b="1" noProof="0" dirty="0"/>
              <a:t>, Lda - 516195174</a:t>
            </a:r>
          </a:p>
        </p:txBody>
      </p:sp>
      <p:sp>
        <p:nvSpPr>
          <p:cNvPr id="7" name="Content Placeholder 2">
            <a:extLst>
              <a:ext uri="{FF2B5EF4-FFF2-40B4-BE49-F238E27FC236}">
                <a16:creationId xmlns:a16="http://schemas.microsoft.com/office/drawing/2014/main" id="{2BDD33F8-F686-DE73-BBE2-7DD25BC7BE28}"/>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p:txBody>
      </p:sp>
      <p:pic>
        <p:nvPicPr>
          <p:cNvPr id="4" name="Picture 3">
            <a:hlinkClick r:id="rId5"/>
            <a:extLst>
              <a:ext uri="{FF2B5EF4-FFF2-40B4-BE49-F238E27FC236}">
                <a16:creationId xmlns:a16="http://schemas.microsoft.com/office/drawing/2014/main" id="{200FA77E-7D95-07D5-5CF7-02ED20780BA1}"/>
              </a:ext>
            </a:extLst>
          </p:cNvPr>
          <p:cNvPicPr>
            <a:picLocks noChangeAspect="1"/>
          </p:cNvPicPr>
          <p:nvPr/>
        </p:nvPicPr>
        <p:blipFill>
          <a:blip r:embed="rId6"/>
          <a:stretch>
            <a:fillRect/>
          </a:stretch>
        </p:blipFill>
        <p:spPr>
          <a:xfrm>
            <a:off x="2449989" y="3703176"/>
            <a:ext cx="4560411" cy="4259724"/>
          </a:xfrm>
          <a:prstGeom prst="rect">
            <a:avLst/>
          </a:prstGeom>
        </p:spPr>
      </p:pic>
      <p:pic>
        <p:nvPicPr>
          <p:cNvPr id="8" name="Picture 7">
            <a:extLst>
              <a:ext uri="{FF2B5EF4-FFF2-40B4-BE49-F238E27FC236}">
                <a16:creationId xmlns:a16="http://schemas.microsoft.com/office/drawing/2014/main" id="{9FC056A2-C93A-FEBB-654F-80D533089BDE}"/>
              </a:ext>
            </a:extLst>
          </p:cNvPr>
          <p:cNvPicPr>
            <a:picLocks noChangeAspect="1"/>
          </p:cNvPicPr>
          <p:nvPr/>
        </p:nvPicPr>
        <p:blipFill>
          <a:blip r:embed="rId7"/>
          <a:stretch>
            <a:fillRect/>
          </a:stretch>
        </p:blipFill>
        <p:spPr>
          <a:xfrm>
            <a:off x="9190717" y="1104900"/>
            <a:ext cx="6506483" cy="8954750"/>
          </a:xfrm>
          <a:prstGeom prst="rect">
            <a:avLst/>
          </a:prstGeom>
        </p:spPr>
      </p:pic>
      <p:sp>
        <p:nvSpPr>
          <p:cNvPr id="5" name="TextBox 15">
            <a:extLst>
              <a:ext uri="{FF2B5EF4-FFF2-40B4-BE49-F238E27FC236}">
                <a16:creationId xmlns:a16="http://schemas.microsoft.com/office/drawing/2014/main" id="{D86D1CA6-537F-6DE8-471A-49CDA10EA8C3}"/>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27</a:t>
            </a:fld>
            <a:endParaRPr lang="es-ES" sz="1500" b="1" noProof="0" dirty="0">
              <a:solidFill>
                <a:srgbClr val="343434"/>
              </a:solidFill>
              <a:latin typeface="DM Sans Bold"/>
              <a:ea typeface="DM Sans Bold"/>
              <a:cs typeface="DM Sans Bold"/>
              <a:sym typeface="DM Sans Bold"/>
            </a:endParaRPr>
          </a:p>
        </p:txBody>
      </p:sp>
      <p:sp>
        <p:nvSpPr>
          <p:cNvPr id="6" name="TextBox 10">
            <a:extLst>
              <a:ext uri="{FF2B5EF4-FFF2-40B4-BE49-F238E27FC236}">
                <a16:creationId xmlns:a16="http://schemas.microsoft.com/office/drawing/2014/main" id="{DB835616-958B-CF09-743C-1F3213D0E408}"/>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9" name="TextBox 12">
            <a:extLst>
              <a:ext uri="{FF2B5EF4-FFF2-40B4-BE49-F238E27FC236}">
                <a16:creationId xmlns:a16="http://schemas.microsoft.com/office/drawing/2014/main" id="{9F807B37-0D3D-5D17-C247-0B78E873037A}"/>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E8CA7792-0ED7-204B-0D64-11536EBB227D}"/>
              </a:ext>
            </a:extLst>
          </p:cNvPr>
          <p:cNvPicPr>
            <a:picLocks noChangeAspect="1"/>
          </p:cNvPicPr>
          <p:nvPr/>
        </p:nvPicPr>
        <p:blipFill>
          <a:blip r:embed="rId8"/>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6928048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A692E-2412-2B4C-376E-EF2C00A0E36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EBF154E-AEEB-D242-8C9D-84F04123CF6C}"/>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E97D5BA6-442F-1454-D346-BFDF3FB421BE}"/>
              </a:ext>
            </a:extLst>
          </p:cNvPr>
          <p:cNvSpPr txBox="1">
            <a:spLocks/>
          </p:cNvSpPr>
          <p:nvPr/>
        </p:nvSpPr>
        <p:spPr>
          <a:xfrm>
            <a:off x="860254" y="1638300"/>
            <a:ext cx="165133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Status</a:t>
            </a:r>
          </a:p>
        </p:txBody>
      </p:sp>
      <p:sp>
        <p:nvSpPr>
          <p:cNvPr id="5" name="Content Placeholder 4">
            <a:extLst>
              <a:ext uri="{FF2B5EF4-FFF2-40B4-BE49-F238E27FC236}">
                <a16:creationId xmlns:a16="http://schemas.microsoft.com/office/drawing/2014/main" id="{5D1646DB-67FA-16B8-31B4-0471E7282BAD}"/>
              </a:ext>
            </a:extLst>
          </p:cNvPr>
          <p:cNvSpPr>
            <a:spLocks noGrp="1"/>
          </p:cNvSpPr>
          <p:nvPr>
            <p:ph sz="half" idx="1"/>
          </p:nvPr>
        </p:nvSpPr>
        <p:spPr>
          <a:xfrm>
            <a:off x="860254" y="2644416"/>
            <a:ext cx="8131346" cy="6004284"/>
          </a:xfrm>
        </p:spPr>
        <p:txBody>
          <a:bodyPr>
            <a:normAutofit fontScale="92500" lnSpcReduction="10000"/>
          </a:bodyPr>
          <a:lstStyle/>
          <a:p>
            <a:r>
              <a:rPr lang="es-ES" sz="2400" b="1" noProof="0" dirty="0"/>
              <a:t>Nombre</a:t>
            </a:r>
            <a:r>
              <a:rPr lang="es-ES" sz="2400" noProof="0" dirty="0"/>
              <a:t>: Luís Montenegro</a:t>
            </a:r>
          </a:p>
          <a:p>
            <a:r>
              <a:rPr lang="es-ES" sz="2400" b="1" noProof="0" dirty="0"/>
              <a:t>Nombre:</a:t>
            </a:r>
            <a:r>
              <a:rPr lang="es-ES" sz="2400" noProof="0" dirty="0"/>
              <a:t> Luís Filipe Montenegro Cardoso de Morais Esteves</a:t>
            </a:r>
          </a:p>
          <a:p>
            <a:r>
              <a:rPr lang="es-ES" sz="2400" b="1" noProof="0" dirty="0"/>
              <a:t>NIF: </a:t>
            </a:r>
            <a:r>
              <a:rPr lang="es-ES" sz="2400" noProof="0" dirty="0"/>
              <a:t>205910254</a:t>
            </a:r>
          </a:p>
          <a:p>
            <a:r>
              <a:rPr lang="es-ES" sz="2400" b="1" noProof="0" dirty="0"/>
              <a:t>Nacimiento</a:t>
            </a:r>
            <a:r>
              <a:rPr lang="es-ES" sz="2400" noProof="0" dirty="0"/>
              <a:t>: 16/02/1973 - Porto</a:t>
            </a:r>
          </a:p>
          <a:p>
            <a:r>
              <a:rPr lang="es-ES" sz="2400" b="1" noProof="0" dirty="0"/>
              <a:t>Estado civil</a:t>
            </a:r>
            <a:r>
              <a:rPr lang="es-ES" sz="2400" noProof="0" dirty="0"/>
              <a:t>: </a:t>
            </a:r>
          </a:p>
          <a:p>
            <a:pPr lvl="1"/>
            <a:r>
              <a:rPr lang="es-ES" sz="2000" noProof="0" dirty="0"/>
              <a:t>Casado - Carla Maria Rodrigues Neto Montenegro</a:t>
            </a:r>
          </a:p>
          <a:p>
            <a:pPr lvl="2"/>
            <a:r>
              <a:rPr lang="es-ES" sz="1600" noProof="0" dirty="0"/>
              <a:t>Comunión de bienes adquiridos</a:t>
            </a:r>
          </a:p>
          <a:p>
            <a:pPr lvl="1"/>
            <a:r>
              <a:rPr lang="es-ES" sz="2000" noProof="0" dirty="0">
                <a:solidFill>
                  <a:schemeClr val="accent6">
                    <a:lumMod val="50000"/>
                  </a:schemeClr>
                </a:solidFill>
              </a:rPr>
              <a:t>Hugo Filipe Neto Montenegro</a:t>
            </a:r>
          </a:p>
          <a:p>
            <a:pPr lvl="1"/>
            <a:r>
              <a:rPr lang="es-ES" sz="2000" noProof="0" dirty="0">
                <a:solidFill>
                  <a:schemeClr val="accent6">
                    <a:lumMod val="50000"/>
                  </a:schemeClr>
                </a:solidFill>
              </a:rPr>
              <a:t>Diogo Luís Neto Montenegro</a:t>
            </a:r>
          </a:p>
          <a:p>
            <a:r>
              <a:rPr lang="es-ES" sz="2400" b="1" noProof="0" dirty="0"/>
              <a:t>Dirección</a:t>
            </a:r>
            <a:r>
              <a:rPr lang="es-ES" sz="2400" noProof="0" dirty="0"/>
              <a:t>:</a:t>
            </a:r>
          </a:p>
          <a:p>
            <a:pPr lvl="1"/>
            <a:r>
              <a:rPr lang="es-ES" sz="2000" noProof="0" dirty="0">
                <a:solidFill>
                  <a:schemeClr val="accent6">
                    <a:lumMod val="50000"/>
                  </a:schemeClr>
                </a:solidFill>
              </a:rPr>
              <a:t>Avenida 8, nº 320</a:t>
            </a:r>
          </a:p>
          <a:p>
            <a:pPr lvl="1"/>
            <a:r>
              <a:rPr lang="es-ES" sz="2000" noProof="0" dirty="0">
                <a:solidFill>
                  <a:schemeClr val="accent6">
                    <a:lumMod val="50000"/>
                  </a:schemeClr>
                </a:solidFill>
              </a:rPr>
              <a:t>4500 - 205 Espinho</a:t>
            </a:r>
          </a:p>
          <a:p>
            <a:r>
              <a:rPr lang="es-ES" sz="2400" b="1" noProof="0" dirty="0"/>
              <a:t>Email</a:t>
            </a:r>
            <a:r>
              <a:rPr lang="es-ES" sz="2400" noProof="0" dirty="0"/>
              <a:t>: lmontenegro@spm-advogados.com</a:t>
            </a:r>
          </a:p>
          <a:p>
            <a:r>
              <a:rPr lang="es-ES" sz="2400" b="1" noProof="0" dirty="0"/>
              <a:t>Educación</a:t>
            </a:r>
            <a:r>
              <a:rPr lang="es-ES" sz="2400" noProof="0" dirty="0"/>
              <a:t>: </a:t>
            </a:r>
          </a:p>
          <a:p>
            <a:pPr lvl="1"/>
            <a:r>
              <a:rPr lang="es-ES" sz="2000" noProof="0" dirty="0"/>
              <a:t>Licenciado en Derecho - Universidad Católica Portuguesa - 1999</a:t>
            </a:r>
          </a:p>
          <a:p>
            <a:pPr lvl="1"/>
            <a:r>
              <a:rPr lang="es-ES" sz="2000" noProof="0" dirty="0"/>
              <a:t>Postgrado en Protección de Datos Personales - INSEAD</a:t>
            </a:r>
          </a:p>
          <a:p>
            <a:pPr lvl="1"/>
            <a:r>
              <a:rPr lang="es-ES" sz="2000" noProof="0" dirty="0"/>
              <a:t>Programa de Gestión Avanzada - INSEAD</a:t>
            </a:r>
          </a:p>
        </p:txBody>
      </p:sp>
      <p:sp>
        <p:nvSpPr>
          <p:cNvPr id="8" name="Content Placeholder 4">
            <a:extLst>
              <a:ext uri="{FF2B5EF4-FFF2-40B4-BE49-F238E27FC236}">
                <a16:creationId xmlns:a16="http://schemas.microsoft.com/office/drawing/2014/main" id="{896B2750-FB59-ABA8-57C3-A7AA743B292D}"/>
              </a:ext>
            </a:extLst>
          </p:cNvPr>
          <p:cNvSpPr txBox="1">
            <a:spLocks/>
          </p:cNvSpPr>
          <p:nvPr/>
        </p:nvSpPr>
        <p:spPr>
          <a:xfrm>
            <a:off x="9242254" y="2644416"/>
            <a:ext cx="8131346" cy="6004284"/>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r>
              <a:rPr lang="es-ES" sz="2400" b="1" noProof="0" dirty="0"/>
              <a:t>Empleo anterior:</a:t>
            </a:r>
          </a:p>
          <a:p>
            <a:pPr lvl="1"/>
            <a:r>
              <a:rPr lang="es-ES" sz="2000" noProof="0" dirty="0"/>
              <a:t>Abogado - 44944P</a:t>
            </a:r>
          </a:p>
          <a:p>
            <a:pPr lvl="1"/>
            <a:r>
              <a:rPr lang="es-ES" sz="2000" noProof="0" dirty="0"/>
              <a:t>Abogado – Fundador y socio del bufete SP&amp;M - (50%)</a:t>
            </a:r>
          </a:p>
          <a:p>
            <a:pPr lvl="1"/>
            <a:r>
              <a:rPr lang="es-ES" sz="2000" noProof="0" dirty="0"/>
              <a:t>Presidente de la Junta General del Grupo Ferpinta</a:t>
            </a:r>
          </a:p>
          <a:p>
            <a:pPr lvl="1"/>
            <a:r>
              <a:rPr lang="es-ES" sz="2000" noProof="0" dirty="0"/>
              <a:t>Presidente de la Junta General de Rádio Popular</a:t>
            </a:r>
          </a:p>
          <a:p>
            <a:pPr lvl="1"/>
            <a:r>
              <a:rPr lang="es-ES" sz="2000" noProof="0" dirty="0"/>
              <a:t>Oliveiras Gold de Portugal, Lda (25%) - Bragança</a:t>
            </a:r>
          </a:p>
          <a:p>
            <a:pPr lvl="1"/>
            <a:r>
              <a:rPr lang="es-ES" sz="2000" noProof="0" dirty="0"/>
              <a:t>Luimonteago, Lda (95%) - Barcelos</a:t>
            </a:r>
          </a:p>
          <a:p>
            <a:r>
              <a:rPr lang="es-ES" sz="2400" b="1" noProof="0" dirty="0"/>
              <a:t>Político:</a:t>
            </a:r>
          </a:p>
          <a:p>
            <a:pPr lvl="1"/>
            <a:r>
              <a:rPr lang="es-ES" sz="2000" noProof="0" dirty="0"/>
              <a:t>Miembro y presidente de la Asamblea Municipal de Espinho y concejal</a:t>
            </a:r>
          </a:p>
          <a:p>
            <a:pPr lvl="1"/>
            <a:r>
              <a:rPr lang="es-ES" sz="2000" noProof="0" dirty="0"/>
              <a:t>Diputado en 2002, 2005, 2009, 2011 y 2015 (16 años)</a:t>
            </a:r>
          </a:p>
          <a:p>
            <a:pPr lvl="1"/>
            <a:r>
              <a:rPr lang="es-ES" sz="2000" noProof="0" dirty="0"/>
              <a:t>Presidente del Grupo Parlamentario del PSD de 2011 a 2017</a:t>
            </a:r>
          </a:p>
          <a:p>
            <a:pPr lvl="1"/>
            <a:r>
              <a:rPr lang="es-ES" sz="2000" noProof="0" dirty="0"/>
              <a:t>Líder del Partido Socialdemócrata (PSD) desde el 28 de mayo de 2022</a:t>
            </a:r>
            <a:endParaRPr lang="es-ES" sz="1600" noProof="0" dirty="0"/>
          </a:p>
        </p:txBody>
      </p:sp>
      <p:sp>
        <p:nvSpPr>
          <p:cNvPr id="4" name="TextBox 15">
            <a:extLst>
              <a:ext uri="{FF2B5EF4-FFF2-40B4-BE49-F238E27FC236}">
                <a16:creationId xmlns:a16="http://schemas.microsoft.com/office/drawing/2014/main" id="{F76D8167-974E-1F8D-C4AA-1B64AC1DE432}"/>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28</a:t>
            </a:fld>
            <a:endParaRPr lang="es-ES" sz="1500" b="1" noProof="0" dirty="0">
              <a:solidFill>
                <a:srgbClr val="343434"/>
              </a:solidFill>
              <a:latin typeface="DM Sans Bold"/>
              <a:ea typeface="DM Sans Bold"/>
              <a:cs typeface="DM Sans Bold"/>
              <a:sym typeface="DM Sans Bold"/>
            </a:endParaRPr>
          </a:p>
        </p:txBody>
      </p:sp>
      <p:sp>
        <p:nvSpPr>
          <p:cNvPr id="6" name="TextBox 10">
            <a:extLst>
              <a:ext uri="{FF2B5EF4-FFF2-40B4-BE49-F238E27FC236}">
                <a16:creationId xmlns:a16="http://schemas.microsoft.com/office/drawing/2014/main" id="{7D72D99D-3C70-EF1F-ABA1-CC50A07CE89D}"/>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9" name="TextBox 12">
            <a:extLst>
              <a:ext uri="{FF2B5EF4-FFF2-40B4-BE49-F238E27FC236}">
                <a16:creationId xmlns:a16="http://schemas.microsoft.com/office/drawing/2014/main" id="{EDCA233F-E93D-7CD2-309F-493AE733E5FC}"/>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096F4DEC-717F-52C4-F8B9-D170B932EEC6}"/>
              </a:ext>
            </a:extLst>
          </p:cNvPr>
          <p:cNvPicPr>
            <a:picLocks noChangeAspect="1"/>
          </p:cNvPicPr>
          <p:nvPr/>
        </p:nvPicPr>
        <p:blipFill>
          <a:blip r:embed="rId5"/>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31931069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D63AB-E314-1A12-18D0-BE1EB7CB157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9675F7E-267A-0C30-C613-BC2E9CC3BEBC}"/>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5D690B24-E004-8C54-FCC6-0609C94FBE17}"/>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err="1"/>
              <a:t>Spinumviva</a:t>
            </a:r>
            <a:r>
              <a:rPr lang="es-ES" sz="4800" b="1" noProof="0" dirty="0"/>
              <a:t>, Lda - 516195174</a:t>
            </a:r>
          </a:p>
        </p:txBody>
      </p:sp>
      <p:sp>
        <p:nvSpPr>
          <p:cNvPr id="7" name="Content Placeholder 2">
            <a:extLst>
              <a:ext uri="{FF2B5EF4-FFF2-40B4-BE49-F238E27FC236}">
                <a16:creationId xmlns:a16="http://schemas.microsoft.com/office/drawing/2014/main" id="{344EBD9F-BD6F-E6A0-14BD-91E3A20B1D87}"/>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sz="2400" noProof="0" dirty="0"/>
          </a:p>
        </p:txBody>
      </p:sp>
      <p:pic>
        <p:nvPicPr>
          <p:cNvPr id="4" name="Picture 3">
            <a:hlinkClick r:id="rId5"/>
            <a:extLst>
              <a:ext uri="{FF2B5EF4-FFF2-40B4-BE49-F238E27FC236}">
                <a16:creationId xmlns:a16="http://schemas.microsoft.com/office/drawing/2014/main" id="{46FED00E-2005-8701-284B-91029A371662}"/>
              </a:ext>
            </a:extLst>
          </p:cNvPr>
          <p:cNvPicPr>
            <a:picLocks noChangeAspect="1"/>
          </p:cNvPicPr>
          <p:nvPr/>
        </p:nvPicPr>
        <p:blipFill>
          <a:blip r:embed="rId6"/>
          <a:stretch>
            <a:fillRect/>
          </a:stretch>
        </p:blipFill>
        <p:spPr>
          <a:xfrm>
            <a:off x="3341682" y="2679043"/>
            <a:ext cx="10679118" cy="6351147"/>
          </a:xfrm>
          <a:prstGeom prst="rect">
            <a:avLst/>
          </a:prstGeom>
        </p:spPr>
      </p:pic>
      <p:sp>
        <p:nvSpPr>
          <p:cNvPr id="5" name="TextBox 15">
            <a:extLst>
              <a:ext uri="{FF2B5EF4-FFF2-40B4-BE49-F238E27FC236}">
                <a16:creationId xmlns:a16="http://schemas.microsoft.com/office/drawing/2014/main" id="{E1E72D1B-088E-8C3C-CFDF-B496384841FB}"/>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29</a:t>
            </a:fld>
            <a:endParaRPr lang="es-ES" sz="1500" b="1" noProof="0" dirty="0">
              <a:solidFill>
                <a:srgbClr val="343434"/>
              </a:solidFill>
              <a:latin typeface="DM Sans Bold"/>
              <a:ea typeface="DM Sans Bold"/>
              <a:cs typeface="DM Sans Bold"/>
              <a:sym typeface="DM Sans Bold"/>
            </a:endParaRPr>
          </a:p>
        </p:txBody>
      </p:sp>
      <p:sp>
        <p:nvSpPr>
          <p:cNvPr id="6" name="TextBox 10">
            <a:extLst>
              <a:ext uri="{FF2B5EF4-FFF2-40B4-BE49-F238E27FC236}">
                <a16:creationId xmlns:a16="http://schemas.microsoft.com/office/drawing/2014/main" id="{56C907E5-FD4C-595C-D2C6-13ACC0508841}"/>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8" name="TextBox 12">
            <a:extLst>
              <a:ext uri="{FF2B5EF4-FFF2-40B4-BE49-F238E27FC236}">
                <a16:creationId xmlns:a16="http://schemas.microsoft.com/office/drawing/2014/main" id="{33B1ED00-0967-36AC-329C-F80EEEEE7578}"/>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9" name="Picture 8">
            <a:extLst>
              <a:ext uri="{FF2B5EF4-FFF2-40B4-BE49-F238E27FC236}">
                <a16:creationId xmlns:a16="http://schemas.microsoft.com/office/drawing/2014/main" id="{F54880C8-9FC9-944D-E1E8-82969F1A27F3}"/>
              </a:ext>
            </a:extLst>
          </p:cNvPr>
          <p:cNvPicPr>
            <a:picLocks noChangeAspect="1"/>
          </p:cNvPicPr>
          <p:nvPr/>
        </p:nvPicPr>
        <p:blipFill>
          <a:blip r:embed="rId7"/>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24492183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CE52D-C86A-E398-47EA-DAE51C227AB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56DE041-08C3-C49E-F7C4-C0719CBBB3DF}"/>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35D66747-6737-D4AE-FB40-7E5AF2B595F6}"/>
              </a:ext>
            </a:extLst>
          </p:cNvPr>
          <p:cNvSpPr txBox="1">
            <a:spLocks/>
          </p:cNvSpPr>
          <p:nvPr/>
        </p:nvSpPr>
        <p:spPr>
          <a:xfrm>
            <a:off x="860254" y="1638300"/>
            <a:ext cx="165133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Status</a:t>
            </a:r>
          </a:p>
        </p:txBody>
      </p:sp>
      <p:sp>
        <p:nvSpPr>
          <p:cNvPr id="5" name="Content Placeholder 4">
            <a:extLst>
              <a:ext uri="{FF2B5EF4-FFF2-40B4-BE49-F238E27FC236}">
                <a16:creationId xmlns:a16="http://schemas.microsoft.com/office/drawing/2014/main" id="{C50B9F83-38AC-B229-87B9-AD497AA18E94}"/>
              </a:ext>
            </a:extLst>
          </p:cNvPr>
          <p:cNvSpPr>
            <a:spLocks noGrp="1"/>
          </p:cNvSpPr>
          <p:nvPr>
            <p:ph sz="half" idx="1"/>
          </p:nvPr>
        </p:nvSpPr>
        <p:spPr>
          <a:xfrm>
            <a:off x="860254" y="2644416"/>
            <a:ext cx="8131346" cy="6004284"/>
          </a:xfrm>
        </p:spPr>
        <p:txBody>
          <a:bodyPr>
            <a:normAutofit fontScale="85000" lnSpcReduction="20000"/>
          </a:bodyPr>
          <a:lstStyle/>
          <a:p>
            <a:r>
              <a:rPr lang="es-ES" sz="2400" b="1" noProof="0" dirty="0"/>
              <a:t>Nombre</a:t>
            </a:r>
            <a:r>
              <a:rPr lang="es-ES" sz="2400" noProof="0" dirty="0"/>
              <a:t>: Luís Montenegro</a:t>
            </a:r>
          </a:p>
          <a:p>
            <a:r>
              <a:rPr lang="es-ES" sz="2400" b="1" noProof="0" dirty="0"/>
              <a:t>Nombre:</a:t>
            </a:r>
            <a:r>
              <a:rPr lang="es-ES" sz="2400" noProof="0" dirty="0"/>
              <a:t> Luís Filipe Montenegro Cardoso de Morais Esteves</a:t>
            </a:r>
          </a:p>
          <a:p>
            <a:r>
              <a:rPr lang="es-ES" sz="2400" b="1" noProof="0" dirty="0"/>
              <a:t>NIF: </a:t>
            </a:r>
            <a:r>
              <a:rPr lang="es-ES" sz="2400" noProof="0" dirty="0"/>
              <a:t>205910254</a:t>
            </a:r>
          </a:p>
          <a:p>
            <a:r>
              <a:rPr lang="es-ES" sz="2400" b="1" noProof="0" dirty="0"/>
              <a:t>Nacimiento</a:t>
            </a:r>
            <a:r>
              <a:rPr lang="es-ES" sz="2400" noProof="0" dirty="0"/>
              <a:t>: 16/02/1973 - Porto</a:t>
            </a:r>
          </a:p>
          <a:p>
            <a:r>
              <a:rPr lang="es-ES" sz="2400" b="1" noProof="0" dirty="0"/>
              <a:t>Estado civil</a:t>
            </a:r>
            <a:r>
              <a:rPr lang="es-ES" sz="2400" noProof="0" dirty="0"/>
              <a:t>: </a:t>
            </a:r>
          </a:p>
          <a:p>
            <a:pPr lvl="1"/>
            <a:r>
              <a:rPr lang="es-ES" sz="2000" noProof="0" dirty="0"/>
              <a:t>Casado - Carla Maria Rodrigues Neto Montenegro</a:t>
            </a:r>
          </a:p>
          <a:p>
            <a:pPr lvl="2"/>
            <a:r>
              <a:rPr lang="es-ES" sz="1600" noProof="0" dirty="0"/>
              <a:t>Comunión de bienes adquiridos</a:t>
            </a:r>
          </a:p>
          <a:p>
            <a:pPr lvl="1"/>
            <a:r>
              <a:rPr lang="es-ES" sz="2000" noProof="0" dirty="0"/>
              <a:t>Hugo Filipe Neto Montenegro </a:t>
            </a:r>
            <a:r>
              <a:rPr lang="es-ES" sz="2000" noProof="0" dirty="0">
                <a:solidFill>
                  <a:schemeClr val="accent6">
                    <a:lumMod val="50000"/>
                  </a:schemeClr>
                </a:solidFill>
              </a:rPr>
              <a:t>- 9251XXXXX</a:t>
            </a:r>
            <a:endParaRPr lang="es-ES" sz="2000" noProof="0" dirty="0"/>
          </a:p>
          <a:p>
            <a:pPr lvl="1"/>
            <a:r>
              <a:rPr lang="es-ES" sz="2000" noProof="0" dirty="0"/>
              <a:t>Diogo Luís Neto Montenegro</a:t>
            </a:r>
          </a:p>
          <a:p>
            <a:r>
              <a:rPr lang="es-ES" sz="2400" b="1" noProof="0" dirty="0"/>
              <a:t>Dirección</a:t>
            </a:r>
            <a:r>
              <a:rPr lang="es-ES" sz="2400" noProof="0" dirty="0"/>
              <a:t>:</a:t>
            </a:r>
          </a:p>
          <a:p>
            <a:pPr lvl="1"/>
            <a:r>
              <a:rPr lang="es-ES" sz="2000" noProof="0" dirty="0"/>
              <a:t>Avenida 8, nº 320</a:t>
            </a:r>
          </a:p>
          <a:p>
            <a:pPr lvl="1"/>
            <a:r>
              <a:rPr lang="es-ES" sz="2000" noProof="0" dirty="0"/>
              <a:t>4500 - 205 Espinho</a:t>
            </a:r>
          </a:p>
          <a:p>
            <a:r>
              <a:rPr lang="es-ES" sz="2400" b="1" noProof="0" dirty="0"/>
              <a:t>Email</a:t>
            </a:r>
            <a:r>
              <a:rPr lang="es-ES" sz="2400" noProof="0" dirty="0"/>
              <a:t>: </a:t>
            </a:r>
          </a:p>
          <a:p>
            <a:pPr lvl="1"/>
            <a:r>
              <a:rPr lang="es-ES" sz="2000" noProof="0" dirty="0"/>
              <a:t>lmontenegro@spm-advogados.com</a:t>
            </a:r>
          </a:p>
          <a:p>
            <a:pPr lvl="1"/>
            <a:r>
              <a:rPr lang="es-ES" sz="2000" noProof="0" dirty="0">
                <a:solidFill>
                  <a:schemeClr val="accent6">
                    <a:lumMod val="50000"/>
                  </a:schemeClr>
                </a:solidFill>
              </a:rPr>
              <a:t>spinumviva@gmail.com</a:t>
            </a:r>
          </a:p>
          <a:p>
            <a:r>
              <a:rPr lang="es-ES" sz="2400" b="1" noProof="0" dirty="0"/>
              <a:t>Teléfono:</a:t>
            </a:r>
          </a:p>
          <a:p>
            <a:pPr lvl="1"/>
            <a:r>
              <a:rPr lang="es-ES" sz="2000" noProof="0" dirty="0">
                <a:solidFill>
                  <a:schemeClr val="accent6">
                    <a:lumMod val="50000"/>
                  </a:schemeClr>
                </a:solidFill>
              </a:rPr>
              <a:t>9685XXXXX</a:t>
            </a:r>
          </a:p>
          <a:p>
            <a:r>
              <a:rPr lang="es-ES" sz="2400" b="1" noProof="0" dirty="0"/>
              <a:t>Educación</a:t>
            </a:r>
            <a:r>
              <a:rPr lang="es-ES" sz="2400" noProof="0" dirty="0"/>
              <a:t>: </a:t>
            </a:r>
          </a:p>
          <a:p>
            <a:pPr lvl="1"/>
            <a:r>
              <a:rPr lang="es-ES" sz="2000" noProof="0" dirty="0"/>
              <a:t>Licenciado en Derecho - Universidad Católica Portuguesa - 1999</a:t>
            </a:r>
          </a:p>
          <a:p>
            <a:pPr lvl="1"/>
            <a:r>
              <a:rPr lang="es-ES" sz="2000" noProof="0" dirty="0"/>
              <a:t>Postgrado en Protección de Datos Personales - INSEAD</a:t>
            </a:r>
          </a:p>
          <a:p>
            <a:pPr lvl="1"/>
            <a:r>
              <a:rPr lang="es-ES" sz="2000" noProof="0" dirty="0"/>
              <a:t>Programa de Gestión Avanzada - INSEAD</a:t>
            </a:r>
          </a:p>
        </p:txBody>
      </p:sp>
      <p:sp>
        <p:nvSpPr>
          <p:cNvPr id="8" name="Content Placeholder 4">
            <a:extLst>
              <a:ext uri="{FF2B5EF4-FFF2-40B4-BE49-F238E27FC236}">
                <a16:creationId xmlns:a16="http://schemas.microsoft.com/office/drawing/2014/main" id="{4B0FAE69-08B5-D6D9-55AC-23DF9D6CEC7B}"/>
              </a:ext>
            </a:extLst>
          </p:cNvPr>
          <p:cNvSpPr txBox="1">
            <a:spLocks/>
          </p:cNvSpPr>
          <p:nvPr/>
        </p:nvSpPr>
        <p:spPr>
          <a:xfrm>
            <a:off x="9242254" y="2644416"/>
            <a:ext cx="8131346" cy="6004284"/>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r>
              <a:rPr lang="es-ES" sz="2400" b="1" noProof="0" dirty="0"/>
              <a:t>Empleo anterior:</a:t>
            </a:r>
          </a:p>
          <a:p>
            <a:pPr lvl="1"/>
            <a:r>
              <a:rPr lang="es-ES" sz="2000" noProof="0" dirty="0"/>
              <a:t>Abogado - 44944P</a:t>
            </a:r>
          </a:p>
          <a:p>
            <a:pPr lvl="1"/>
            <a:r>
              <a:rPr lang="es-ES" sz="2000" noProof="0" dirty="0"/>
              <a:t>Abogado – Fundador y socio del bufete SP&amp;M - (50%)</a:t>
            </a:r>
          </a:p>
          <a:p>
            <a:pPr lvl="1"/>
            <a:r>
              <a:rPr lang="es-ES" sz="2000" noProof="0" dirty="0"/>
              <a:t>Presidente de la Junta General del Grupo Ferpinta</a:t>
            </a:r>
          </a:p>
          <a:p>
            <a:pPr lvl="1"/>
            <a:r>
              <a:rPr lang="es-ES" sz="2000" noProof="0" dirty="0"/>
              <a:t>Presidente de la Junta General de Rádio Popular</a:t>
            </a:r>
          </a:p>
          <a:p>
            <a:pPr lvl="1"/>
            <a:r>
              <a:rPr lang="es-ES" sz="2000" noProof="0" dirty="0"/>
              <a:t>Oliveiras Gold de Portugal, Lda (25%) - Bragança</a:t>
            </a:r>
          </a:p>
          <a:p>
            <a:pPr lvl="1"/>
            <a:r>
              <a:rPr lang="es-ES" sz="2000" noProof="0" dirty="0"/>
              <a:t>Luimonteago, Lda (95%) - Barcelos</a:t>
            </a:r>
          </a:p>
          <a:p>
            <a:r>
              <a:rPr lang="es-ES" sz="2400" b="1" noProof="0" dirty="0"/>
              <a:t>Político:</a:t>
            </a:r>
          </a:p>
          <a:p>
            <a:pPr lvl="1"/>
            <a:r>
              <a:rPr lang="es-ES" sz="2000" noProof="0" dirty="0"/>
              <a:t>Miembro y presidente de la Asamblea Municipal de Espinho y concejal</a:t>
            </a:r>
          </a:p>
          <a:p>
            <a:pPr lvl="1"/>
            <a:r>
              <a:rPr lang="es-ES" sz="2000" noProof="0" dirty="0"/>
              <a:t>Diputado en 2002, 2005, 2009, 2011 y 2015 (16 años)</a:t>
            </a:r>
          </a:p>
          <a:p>
            <a:pPr lvl="1"/>
            <a:r>
              <a:rPr lang="es-ES" sz="2000" noProof="0" dirty="0"/>
              <a:t>Presidente del Grupo Parlamentario del PSD de 2011 a 2017</a:t>
            </a:r>
          </a:p>
          <a:p>
            <a:pPr lvl="1"/>
            <a:r>
              <a:rPr lang="es-ES" sz="2000" noProof="0" dirty="0"/>
              <a:t>Líder del Partido Socialdemócrata (PSD) desde el 28 de mayo de 2022</a:t>
            </a:r>
            <a:endParaRPr lang="es-ES" sz="1600" noProof="0" dirty="0"/>
          </a:p>
        </p:txBody>
      </p:sp>
      <p:sp>
        <p:nvSpPr>
          <p:cNvPr id="4" name="TextBox 15">
            <a:extLst>
              <a:ext uri="{FF2B5EF4-FFF2-40B4-BE49-F238E27FC236}">
                <a16:creationId xmlns:a16="http://schemas.microsoft.com/office/drawing/2014/main" id="{58890DA9-EDCA-9151-9970-5DA1BC355039}"/>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30</a:t>
            </a:fld>
            <a:endParaRPr lang="es-ES" sz="1500" b="1" noProof="0" dirty="0">
              <a:solidFill>
                <a:srgbClr val="343434"/>
              </a:solidFill>
              <a:latin typeface="DM Sans Bold"/>
              <a:ea typeface="DM Sans Bold"/>
              <a:cs typeface="DM Sans Bold"/>
              <a:sym typeface="DM Sans Bold"/>
            </a:endParaRPr>
          </a:p>
        </p:txBody>
      </p:sp>
      <p:sp>
        <p:nvSpPr>
          <p:cNvPr id="6" name="TextBox 10">
            <a:extLst>
              <a:ext uri="{FF2B5EF4-FFF2-40B4-BE49-F238E27FC236}">
                <a16:creationId xmlns:a16="http://schemas.microsoft.com/office/drawing/2014/main" id="{F696C27C-702D-2A42-62B5-11FF863FFE86}"/>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9" name="TextBox 12">
            <a:extLst>
              <a:ext uri="{FF2B5EF4-FFF2-40B4-BE49-F238E27FC236}">
                <a16:creationId xmlns:a16="http://schemas.microsoft.com/office/drawing/2014/main" id="{FD69CB39-3734-AC55-FDE7-3AA0BEE024AA}"/>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39C82C42-8697-ABD3-839B-46DAB0D6EBFB}"/>
              </a:ext>
            </a:extLst>
          </p:cNvPr>
          <p:cNvPicPr>
            <a:picLocks noChangeAspect="1"/>
          </p:cNvPicPr>
          <p:nvPr/>
        </p:nvPicPr>
        <p:blipFill>
          <a:blip r:embed="rId5"/>
          <a:stretch>
            <a:fillRect/>
          </a:stretch>
        </p:blipFill>
        <p:spPr>
          <a:xfrm>
            <a:off x="319097" y="476614"/>
            <a:ext cx="1585903" cy="1006621"/>
          </a:xfrm>
          <a:prstGeom prst="rect">
            <a:avLst/>
          </a:prstGeom>
        </p:spPr>
      </p:pic>
      <p:sp>
        <p:nvSpPr>
          <p:cNvPr id="7" name="Content Placeholder 2">
            <a:extLst>
              <a:ext uri="{FF2B5EF4-FFF2-40B4-BE49-F238E27FC236}">
                <a16:creationId xmlns:a16="http://schemas.microsoft.com/office/drawing/2014/main" id="{F5219A4D-24F2-0A4F-7CC9-5D3224AACF17}"/>
              </a:ext>
            </a:extLst>
          </p:cNvPr>
          <p:cNvSpPr txBox="1">
            <a:spLocks/>
          </p:cNvSpPr>
          <p:nvPr/>
        </p:nvSpPr>
        <p:spPr>
          <a:xfrm>
            <a:off x="1134665" y="9169920"/>
            <a:ext cx="16665746"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Consejo</a:t>
            </a:r>
            <a:r>
              <a:rPr lang="es-ES" noProof="0" dirty="0"/>
              <a:t>: Automatizar tareas</a:t>
            </a:r>
          </a:p>
        </p:txBody>
      </p:sp>
    </p:spTree>
    <p:extLst>
      <p:ext uri="{BB962C8B-B14F-4D97-AF65-F5344CB8AC3E}">
        <p14:creationId xmlns:p14="http://schemas.microsoft.com/office/powerpoint/2010/main" val="3379278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847F9-8349-0FCD-30C6-27380B6501B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8A625D9-8C08-7F54-2D47-2986A6C9FBC4}"/>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C89A1CAE-47C4-B6DD-3E22-17C51E3FCFBC}"/>
              </a:ext>
            </a:extLst>
          </p:cNvPr>
          <p:cNvSpPr txBox="1">
            <a:spLocks/>
          </p:cNvSpPr>
          <p:nvPr/>
        </p:nvSpPr>
        <p:spPr>
          <a:xfrm>
            <a:off x="860254" y="1638300"/>
            <a:ext cx="165133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Status</a:t>
            </a:r>
          </a:p>
        </p:txBody>
      </p:sp>
      <p:sp>
        <p:nvSpPr>
          <p:cNvPr id="5" name="Content Placeholder 4">
            <a:extLst>
              <a:ext uri="{FF2B5EF4-FFF2-40B4-BE49-F238E27FC236}">
                <a16:creationId xmlns:a16="http://schemas.microsoft.com/office/drawing/2014/main" id="{00C7100F-41DF-8431-C9E5-63E1A7333504}"/>
              </a:ext>
            </a:extLst>
          </p:cNvPr>
          <p:cNvSpPr>
            <a:spLocks noGrp="1"/>
          </p:cNvSpPr>
          <p:nvPr>
            <p:ph sz="half" idx="1"/>
          </p:nvPr>
        </p:nvSpPr>
        <p:spPr>
          <a:xfrm>
            <a:off x="860254" y="2644416"/>
            <a:ext cx="8131346" cy="6004284"/>
          </a:xfrm>
        </p:spPr>
        <p:txBody>
          <a:bodyPr>
            <a:normAutofit/>
          </a:bodyPr>
          <a:lstStyle/>
          <a:p>
            <a:r>
              <a:rPr lang="es-ES" sz="2400" b="1" noProof="0" dirty="0"/>
              <a:t>Nombre</a:t>
            </a:r>
            <a:r>
              <a:rPr lang="es-ES" sz="2400" noProof="0" dirty="0"/>
              <a:t>: Luís Montenegro</a:t>
            </a:r>
          </a:p>
          <a:p>
            <a:r>
              <a:rPr lang="es-ES" sz="2400" b="1" noProof="0" dirty="0"/>
              <a:t>Teléfono:</a:t>
            </a:r>
          </a:p>
          <a:p>
            <a:pPr lvl="1"/>
            <a:r>
              <a:rPr lang="es-ES" sz="2000" noProof="0" dirty="0">
                <a:solidFill>
                  <a:schemeClr val="accent6">
                    <a:lumMod val="50000"/>
                  </a:schemeClr>
                </a:solidFill>
              </a:rPr>
              <a:t>9685XXXXX</a:t>
            </a:r>
          </a:p>
        </p:txBody>
      </p:sp>
      <p:sp>
        <p:nvSpPr>
          <p:cNvPr id="4" name="TextBox 15">
            <a:extLst>
              <a:ext uri="{FF2B5EF4-FFF2-40B4-BE49-F238E27FC236}">
                <a16:creationId xmlns:a16="http://schemas.microsoft.com/office/drawing/2014/main" id="{1CA19ACB-02C9-D600-BC82-5D8B4D707630}"/>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31</a:t>
            </a:fld>
            <a:endParaRPr lang="es-ES" sz="1500" b="1" noProof="0" dirty="0">
              <a:solidFill>
                <a:srgbClr val="343434"/>
              </a:solidFill>
              <a:latin typeface="DM Sans Bold"/>
              <a:ea typeface="DM Sans Bold"/>
              <a:cs typeface="DM Sans Bold"/>
              <a:sym typeface="DM Sans Bold"/>
            </a:endParaRPr>
          </a:p>
        </p:txBody>
      </p:sp>
      <p:sp>
        <p:nvSpPr>
          <p:cNvPr id="6" name="TextBox 10">
            <a:extLst>
              <a:ext uri="{FF2B5EF4-FFF2-40B4-BE49-F238E27FC236}">
                <a16:creationId xmlns:a16="http://schemas.microsoft.com/office/drawing/2014/main" id="{DE4EB241-FFA2-E39D-DE59-41DCA4A3CC5E}"/>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9" name="TextBox 12">
            <a:extLst>
              <a:ext uri="{FF2B5EF4-FFF2-40B4-BE49-F238E27FC236}">
                <a16:creationId xmlns:a16="http://schemas.microsoft.com/office/drawing/2014/main" id="{54026A80-AB0F-8C4B-F44D-BEB281327C7B}"/>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D9133043-C7CB-B56A-F5CF-9D59245750A9}"/>
              </a:ext>
            </a:extLst>
          </p:cNvPr>
          <p:cNvPicPr>
            <a:picLocks noChangeAspect="1"/>
          </p:cNvPicPr>
          <p:nvPr/>
        </p:nvPicPr>
        <p:blipFill>
          <a:blip r:embed="rId5"/>
          <a:stretch>
            <a:fillRect/>
          </a:stretch>
        </p:blipFill>
        <p:spPr>
          <a:xfrm>
            <a:off x="319097" y="476614"/>
            <a:ext cx="1585903" cy="1006621"/>
          </a:xfrm>
          <a:prstGeom prst="rect">
            <a:avLst/>
          </a:prstGeom>
        </p:spPr>
      </p:pic>
      <p:sp>
        <p:nvSpPr>
          <p:cNvPr id="7" name="Content Placeholder 2">
            <a:extLst>
              <a:ext uri="{FF2B5EF4-FFF2-40B4-BE49-F238E27FC236}">
                <a16:creationId xmlns:a16="http://schemas.microsoft.com/office/drawing/2014/main" id="{C826F89E-307E-810C-DE57-189E0D9A897A}"/>
              </a:ext>
            </a:extLst>
          </p:cNvPr>
          <p:cNvSpPr txBox="1">
            <a:spLocks/>
          </p:cNvSpPr>
          <p:nvPr/>
        </p:nvSpPr>
        <p:spPr>
          <a:xfrm>
            <a:off x="1134665" y="9169920"/>
            <a:ext cx="16665746"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Consejo</a:t>
            </a:r>
            <a:r>
              <a:rPr lang="es-ES" noProof="0" dirty="0"/>
              <a:t>: </a:t>
            </a:r>
            <a:r>
              <a:rPr lang="es-ES" dirty="0"/>
              <a:t>Verificar datos</a:t>
            </a:r>
            <a:endParaRPr lang="es-ES" noProof="0" dirty="0"/>
          </a:p>
        </p:txBody>
      </p:sp>
      <p:pic>
        <p:nvPicPr>
          <p:cNvPr id="12" name="Picture 11">
            <a:extLst>
              <a:ext uri="{FF2B5EF4-FFF2-40B4-BE49-F238E27FC236}">
                <a16:creationId xmlns:a16="http://schemas.microsoft.com/office/drawing/2014/main" id="{2F61425A-2845-1CB8-54F0-F9D3747319B5}"/>
              </a:ext>
            </a:extLst>
          </p:cNvPr>
          <p:cNvPicPr>
            <a:picLocks noChangeAspect="1"/>
          </p:cNvPicPr>
          <p:nvPr/>
        </p:nvPicPr>
        <p:blipFill>
          <a:blip r:embed="rId6"/>
          <a:stretch>
            <a:fillRect/>
          </a:stretch>
        </p:blipFill>
        <p:spPr>
          <a:xfrm>
            <a:off x="7440499" y="2352610"/>
            <a:ext cx="8813064" cy="6147868"/>
          </a:xfrm>
          <a:prstGeom prst="rect">
            <a:avLst/>
          </a:prstGeom>
        </p:spPr>
      </p:pic>
    </p:spTree>
    <p:extLst>
      <p:ext uri="{BB962C8B-B14F-4D97-AF65-F5344CB8AC3E}">
        <p14:creationId xmlns:p14="http://schemas.microsoft.com/office/powerpoint/2010/main" val="23545997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A39C0F-576D-A3F7-FD1E-2102D8D78A3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CA699A6-1704-4181-3655-BA9D634DEC2E}"/>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57EF8B72-0777-DE6D-1B4B-A014D09DB91E}"/>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Portal SICAE</a:t>
            </a:r>
          </a:p>
        </p:txBody>
      </p:sp>
      <p:sp>
        <p:nvSpPr>
          <p:cNvPr id="7" name="Content Placeholder 2">
            <a:extLst>
              <a:ext uri="{FF2B5EF4-FFF2-40B4-BE49-F238E27FC236}">
                <a16:creationId xmlns:a16="http://schemas.microsoft.com/office/drawing/2014/main" id="{64F1A826-B658-E1E6-476A-45D90C84841B}"/>
              </a:ext>
            </a:extLst>
          </p:cNvPr>
          <p:cNvSpPr txBox="1">
            <a:spLocks/>
          </p:cNvSpPr>
          <p:nvPr/>
        </p:nvSpPr>
        <p:spPr>
          <a:xfrm>
            <a:off x="860254" y="2620962"/>
            <a:ext cx="166657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a:p>
            <a:pPr marL="0" indent="0">
              <a:buNone/>
            </a:pPr>
            <a:endParaRPr lang="es-ES" sz="2400" noProof="0" dirty="0"/>
          </a:p>
        </p:txBody>
      </p:sp>
      <p:sp>
        <p:nvSpPr>
          <p:cNvPr id="5" name="TextBox 15">
            <a:extLst>
              <a:ext uri="{FF2B5EF4-FFF2-40B4-BE49-F238E27FC236}">
                <a16:creationId xmlns:a16="http://schemas.microsoft.com/office/drawing/2014/main" id="{65982F06-0527-FA69-1A81-60080723A7F8}"/>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32</a:t>
            </a:fld>
            <a:endParaRPr lang="es-ES" sz="1500" b="1" noProof="0" dirty="0">
              <a:solidFill>
                <a:srgbClr val="343434"/>
              </a:solidFill>
              <a:latin typeface="DM Sans Bold"/>
              <a:ea typeface="DM Sans Bold"/>
              <a:cs typeface="DM Sans Bold"/>
              <a:sym typeface="DM Sans Bold"/>
            </a:endParaRPr>
          </a:p>
        </p:txBody>
      </p:sp>
      <p:pic>
        <p:nvPicPr>
          <p:cNvPr id="6" name="Picture 5">
            <a:hlinkClick r:id="rId5"/>
            <a:extLst>
              <a:ext uri="{FF2B5EF4-FFF2-40B4-BE49-F238E27FC236}">
                <a16:creationId xmlns:a16="http://schemas.microsoft.com/office/drawing/2014/main" id="{9A656A38-86D4-34A4-F9D6-C039B9BDF2D3}"/>
              </a:ext>
            </a:extLst>
          </p:cNvPr>
          <p:cNvPicPr>
            <a:picLocks noChangeAspect="1"/>
          </p:cNvPicPr>
          <p:nvPr/>
        </p:nvPicPr>
        <p:blipFill>
          <a:blip r:embed="rId6"/>
          <a:stretch>
            <a:fillRect/>
          </a:stretch>
        </p:blipFill>
        <p:spPr>
          <a:xfrm>
            <a:off x="2466694" y="3703176"/>
            <a:ext cx="4543706" cy="4259724"/>
          </a:xfrm>
          <a:prstGeom prst="rect">
            <a:avLst/>
          </a:prstGeom>
        </p:spPr>
      </p:pic>
      <p:graphicFrame>
        <p:nvGraphicFramePr>
          <p:cNvPr id="9" name="Table 5">
            <a:extLst>
              <a:ext uri="{FF2B5EF4-FFF2-40B4-BE49-F238E27FC236}">
                <a16:creationId xmlns:a16="http://schemas.microsoft.com/office/drawing/2014/main" id="{48418D6E-5D5A-A078-BF6C-EF5977577F42}"/>
              </a:ext>
            </a:extLst>
          </p:cNvPr>
          <p:cNvGraphicFramePr>
            <a:graphicFrameLocks/>
          </p:cNvGraphicFramePr>
          <p:nvPr>
            <p:extLst>
              <p:ext uri="{D42A27DB-BD31-4B8C-83A1-F6EECF244321}">
                <p14:modId xmlns:p14="http://schemas.microsoft.com/office/powerpoint/2010/main" val="1856798310"/>
              </p:ext>
            </p:extLst>
          </p:nvPr>
        </p:nvGraphicFramePr>
        <p:xfrm>
          <a:off x="7377887" y="3960858"/>
          <a:ext cx="9883946" cy="3587496"/>
        </p:xfrm>
        <a:graphic>
          <a:graphicData uri="http://schemas.openxmlformats.org/drawingml/2006/table">
            <a:tbl>
              <a:tblPr firstRow="1" bandRow="1">
                <a:tableStyleId>{5C22544A-7EE6-4342-B048-85BDC9FD1C3A}</a:tableStyleId>
              </a:tblPr>
              <a:tblGrid>
                <a:gridCol w="1023768">
                  <a:extLst>
                    <a:ext uri="{9D8B030D-6E8A-4147-A177-3AD203B41FA5}">
                      <a16:colId xmlns:a16="http://schemas.microsoft.com/office/drawing/2014/main" val="4289972319"/>
                    </a:ext>
                  </a:extLst>
                </a:gridCol>
                <a:gridCol w="8860178">
                  <a:extLst>
                    <a:ext uri="{9D8B030D-6E8A-4147-A177-3AD203B41FA5}">
                      <a16:colId xmlns:a16="http://schemas.microsoft.com/office/drawing/2014/main" val="2619954489"/>
                    </a:ext>
                  </a:extLst>
                </a:gridCol>
              </a:tblGrid>
              <a:tr h="291619">
                <a:tc>
                  <a:txBody>
                    <a:bodyPr/>
                    <a:lstStyle/>
                    <a:p>
                      <a:pPr algn="l"/>
                      <a:r>
                        <a:rPr lang="es-ES" sz="3200" noProof="0" dirty="0"/>
                        <a:t>CAE</a:t>
                      </a:r>
                    </a:p>
                  </a:txBody>
                  <a:tcPr anchor="ctr">
                    <a:solidFill>
                      <a:schemeClr val="accent6">
                        <a:lumMod val="50000"/>
                      </a:schemeClr>
                    </a:solidFill>
                  </a:tcPr>
                </a:tc>
                <a:tc>
                  <a:txBody>
                    <a:bodyPr/>
                    <a:lstStyle/>
                    <a:p>
                      <a:pPr algn="l"/>
                      <a:r>
                        <a:rPr lang="es-ES" sz="3200" noProof="0" dirty="0"/>
                        <a:t>Código de </a:t>
                      </a:r>
                      <a:r>
                        <a:rPr lang="es-ES" sz="3200" noProof="0" dirty="0" err="1"/>
                        <a:t>Actividade</a:t>
                      </a:r>
                      <a:r>
                        <a:rPr lang="es-ES" sz="3200" noProof="0" dirty="0"/>
                        <a:t> Económica</a:t>
                      </a:r>
                    </a:p>
                  </a:txBody>
                  <a:tcPr anchor="ctr">
                    <a:solidFill>
                      <a:schemeClr val="accent6">
                        <a:lumMod val="50000"/>
                      </a:schemeClr>
                    </a:solidFill>
                  </a:tcPr>
                </a:tc>
                <a:extLst>
                  <a:ext uri="{0D108BD9-81ED-4DB2-BD59-A6C34878D82A}">
                    <a16:rowId xmlns:a16="http://schemas.microsoft.com/office/drawing/2014/main" val="2389528094"/>
                  </a:ext>
                </a:extLst>
              </a:tr>
              <a:tr h="365690">
                <a:tc>
                  <a:txBody>
                    <a:bodyPr/>
                    <a:lstStyle/>
                    <a:p>
                      <a:pPr algn="ctr">
                        <a:lnSpc>
                          <a:spcPct val="150000"/>
                        </a:lnSpc>
                      </a:pPr>
                      <a:r>
                        <a:rPr lang="es-ES" sz="2000" noProof="0" dirty="0"/>
                        <a:t>70200</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a:solidFill>
                            <a:schemeClr val="dk1"/>
                          </a:solidFill>
                          <a:latin typeface="+mn-lt"/>
                          <a:ea typeface="+mn-ea"/>
                          <a:cs typeface="+mn-cs"/>
                        </a:rPr>
                        <a:t>(702) Actividades de </a:t>
                      </a:r>
                      <a:r>
                        <a:rPr lang="es-ES" sz="2000" kern="1200" noProof="0" dirty="0" err="1">
                          <a:solidFill>
                            <a:schemeClr val="dk1"/>
                          </a:solidFill>
                          <a:latin typeface="+mn-lt"/>
                          <a:ea typeface="+mn-ea"/>
                          <a:cs typeface="+mn-cs"/>
                        </a:rPr>
                        <a:t>consultoria</a:t>
                      </a:r>
                      <a:r>
                        <a:rPr lang="es-ES" sz="2000" kern="1200" noProof="0" dirty="0">
                          <a:solidFill>
                            <a:schemeClr val="dk1"/>
                          </a:solidFill>
                          <a:latin typeface="+mn-lt"/>
                          <a:ea typeface="+mn-ea"/>
                          <a:cs typeface="+mn-cs"/>
                        </a:rPr>
                        <a:t> para os </a:t>
                      </a:r>
                      <a:r>
                        <a:rPr lang="es-ES" sz="2000" kern="1200" noProof="0" dirty="0" err="1">
                          <a:solidFill>
                            <a:schemeClr val="dk1"/>
                          </a:solidFill>
                          <a:latin typeface="+mn-lt"/>
                          <a:ea typeface="+mn-ea"/>
                          <a:cs typeface="+mn-cs"/>
                        </a:rPr>
                        <a:t>negócios</a:t>
                      </a:r>
                      <a:r>
                        <a:rPr lang="es-ES" sz="2000" kern="1200" noProof="0" dirty="0">
                          <a:solidFill>
                            <a:schemeClr val="dk1"/>
                          </a:solidFill>
                          <a:latin typeface="+mn-lt"/>
                          <a:ea typeface="+mn-ea"/>
                          <a:cs typeface="+mn-cs"/>
                        </a:rPr>
                        <a:t> e a </a:t>
                      </a:r>
                      <a:r>
                        <a:rPr lang="es-ES" sz="2000" kern="1200" noProof="0" dirty="0" err="1">
                          <a:solidFill>
                            <a:schemeClr val="dk1"/>
                          </a:solidFill>
                          <a:latin typeface="+mn-lt"/>
                          <a:ea typeface="+mn-ea"/>
                          <a:cs typeface="+mn-cs"/>
                        </a:rPr>
                        <a:t>gestão</a:t>
                      </a:r>
                      <a:endParaRPr lang="es-ES" sz="2000" kern="1200" noProof="0" dirty="0">
                        <a:solidFill>
                          <a:schemeClr val="dk1"/>
                        </a:solidFill>
                        <a:latin typeface="+mn-lt"/>
                        <a:ea typeface="+mn-ea"/>
                        <a:cs typeface="+mn-cs"/>
                      </a:endParaRPr>
                    </a:p>
                  </a:txBody>
                  <a:tcPr anchor="ctr">
                    <a:noFill/>
                  </a:tcPr>
                </a:tc>
                <a:extLst>
                  <a:ext uri="{0D108BD9-81ED-4DB2-BD59-A6C34878D82A}">
                    <a16:rowId xmlns:a16="http://schemas.microsoft.com/office/drawing/2014/main" val="4113203488"/>
                  </a:ext>
                </a:extLst>
              </a:tr>
              <a:tr h="365690">
                <a:tc>
                  <a:txBody>
                    <a:bodyPr/>
                    <a:lstStyle/>
                    <a:p>
                      <a:pPr algn="ctr">
                        <a:lnSpc>
                          <a:spcPct val="150000"/>
                        </a:lnSpc>
                      </a:pPr>
                      <a:r>
                        <a:rPr lang="es-ES" sz="2000" noProof="0" dirty="0"/>
                        <a:t>74992</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err="1">
                          <a:solidFill>
                            <a:schemeClr val="dk1"/>
                          </a:solidFill>
                          <a:latin typeface="+mn-lt"/>
                          <a:ea typeface="+mn-ea"/>
                          <a:cs typeface="+mn-cs"/>
                        </a:rPr>
                        <a:t>Outras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atividades</a:t>
                      </a:r>
                      <a:r>
                        <a:rPr lang="es-ES" sz="2000" kern="1200" noProof="0" dirty="0">
                          <a:solidFill>
                            <a:schemeClr val="dk1"/>
                          </a:solidFill>
                          <a:latin typeface="+mn-lt"/>
                          <a:ea typeface="+mn-ea"/>
                          <a:cs typeface="+mn-cs"/>
                        </a:rPr>
                        <a:t> de </a:t>
                      </a:r>
                      <a:r>
                        <a:rPr lang="es-ES" sz="2000" kern="1200" noProof="0" dirty="0" err="1">
                          <a:solidFill>
                            <a:schemeClr val="dk1"/>
                          </a:solidFill>
                          <a:latin typeface="+mn-lt"/>
                          <a:ea typeface="+mn-ea"/>
                          <a:cs typeface="+mn-cs"/>
                        </a:rPr>
                        <a:t>consultoria</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cientificas</a:t>
                      </a:r>
                      <a:r>
                        <a:rPr lang="es-ES" sz="2000" kern="1200" noProof="0" dirty="0">
                          <a:solidFill>
                            <a:schemeClr val="dk1"/>
                          </a:solidFill>
                          <a:latin typeface="+mn-lt"/>
                          <a:ea typeface="+mn-ea"/>
                          <a:cs typeface="+mn-cs"/>
                        </a:rPr>
                        <a:t>, técnicas e similares, diversas</a:t>
                      </a:r>
                    </a:p>
                  </a:txBody>
                  <a:tcPr anchor="ctr">
                    <a:noFill/>
                  </a:tcPr>
                </a:tc>
                <a:extLst>
                  <a:ext uri="{0D108BD9-81ED-4DB2-BD59-A6C34878D82A}">
                    <a16:rowId xmlns:a16="http://schemas.microsoft.com/office/drawing/2014/main" val="3288223916"/>
                  </a:ext>
                </a:extLst>
              </a:tr>
              <a:tr h="365690">
                <a:tc>
                  <a:txBody>
                    <a:bodyPr/>
                    <a:lstStyle/>
                    <a:p>
                      <a:pPr algn="ctr">
                        <a:lnSpc>
                          <a:spcPct val="150000"/>
                        </a:lnSpc>
                      </a:pPr>
                      <a:r>
                        <a:rPr lang="es-ES" sz="2000" noProof="0" dirty="0"/>
                        <a:t>01210</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a:solidFill>
                            <a:schemeClr val="dk1"/>
                          </a:solidFill>
                          <a:latin typeface="+mn-lt"/>
                          <a:ea typeface="+mn-ea"/>
                          <a:cs typeface="+mn-cs"/>
                        </a:rPr>
                        <a:t>Viticultura</a:t>
                      </a:r>
                    </a:p>
                  </a:txBody>
                  <a:tcPr anchor="ctr">
                    <a:noFill/>
                  </a:tcPr>
                </a:tc>
                <a:extLst>
                  <a:ext uri="{0D108BD9-81ED-4DB2-BD59-A6C34878D82A}">
                    <a16:rowId xmlns:a16="http://schemas.microsoft.com/office/drawing/2014/main" val="2972557987"/>
                  </a:ext>
                </a:extLst>
              </a:tr>
              <a:tr h="365690">
                <a:tc>
                  <a:txBody>
                    <a:bodyPr/>
                    <a:lstStyle/>
                    <a:p>
                      <a:pPr algn="ctr">
                        <a:lnSpc>
                          <a:spcPct val="150000"/>
                        </a:lnSpc>
                      </a:pPr>
                      <a:r>
                        <a:rPr lang="es-ES" sz="2000" noProof="0" dirty="0"/>
                        <a:t>68200</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err="1">
                          <a:solidFill>
                            <a:schemeClr val="dk1"/>
                          </a:solidFill>
                          <a:latin typeface="+mn-lt"/>
                          <a:ea typeface="+mn-ea"/>
                          <a:cs typeface="+mn-cs"/>
                        </a:rPr>
                        <a:t>Arrendamento</a:t>
                      </a:r>
                      <a:r>
                        <a:rPr lang="es-ES" sz="2000" kern="1200" noProof="0" dirty="0">
                          <a:solidFill>
                            <a:schemeClr val="dk1"/>
                          </a:solidFill>
                          <a:latin typeface="+mn-lt"/>
                          <a:ea typeface="+mn-ea"/>
                          <a:cs typeface="+mn-cs"/>
                        </a:rPr>
                        <a:t> e </a:t>
                      </a:r>
                      <a:r>
                        <a:rPr lang="es-ES" sz="2000" kern="1200" noProof="0" dirty="0" err="1">
                          <a:solidFill>
                            <a:schemeClr val="dk1"/>
                          </a:solidFill>
                          <a:latin typeface="+mn-lt"/>
                          <a:ea typeface="+mn-ea"/>
                          <a:cs typeface="+mn-cs"/>
                        </a:rPr>
                        <a:t>exploração</a:t>
                      </a:r>
                      <a:r>
                        <a:rPr lang="es-ES" sz="2000" kern="1200" noProof="0" dirty="0">
                          <a:solidFill>
                            <a:schemeClr val="dk1"/>
                          </a:solidFill>
                          <a:latin typeface="+mn-lt"/>
                          <a:ea typeface="+mn-ea"/>
                          <a:cs typeface="+mn-cs"/>
                        </a:rPr>
                        <a:t> de </a:t>
                      </a:r>
                      <a:r>
                        <a:rPr lang="es-ES" sz="2000" kern="1200" noProof="0" dirty="0" err="1">
                          <a:solidFill>
                            <a:schemeClr val="dk1"/>
                          </a:solidFill>
                          <a:latin typeface="+mn-lt"/>
                          <a:ea typeface="+mn-ea"/>
                          <a:cs typeface="+mn-cs"/>
                        </a:rPr>
                        <a:t>bens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imobiliários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próprios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ou</a:t>
                      </a:r>
                      <a:r>
                        <a:rPr lang="es-ES" sz="2000" kern="1200" noProof="0" dirty="0">
                          <a:solidFill>
                            <a:schemeClr val="dk1"/>
                          </a:solidFill>
                          <a:latin typeface="+mn-lt"/>
                          <a:ea typeface="+mn-ea"/>
                          <a:cs typeface="+mn-cs"/>
                        </a:rPr>
                        <a:t> em </a:t>
                      </a:r>
                      <a:r>
                        <a:rPr lang="es-ES" sz="2000" kern="1200" noProof="0" dirty="0" err="1">
                          <a:solidFill>
                            <a:schemeClr val="dk1"/>
                          </a:solidFill>
                          <a:latin typeface="+mn-lt"/>
                          <a:ea typeface="+mn-ea"/>
                          <a:cs typeface="+mn-cs"/>
                        </a:rPr>
                        <a:t>locação</a:t>
                      </a:r>
                      <a:endParaRPr lang="es-ES" sz="2000" kern="1200" noProof="0" dirty="0">
                        <a:solidFill>
                          <a:schemeClr val="dk1"/>
                        </a:solidFill>
                        <a:latin typeface="+mn-lt"/>
                        <a:ea typeface="+mn-ea"/>
                        <a:cs typeface="+mn-cs"/>
                      </a:endParaRPr>
                    </a:p>
                  </a:txBody>
                  <a:tcPr anchor="ctr">
                    <a:noFill/>
                  </a:tcPr>
                </a:tc>
                <a:extLst>
                  <a:ext uri="{0D108BD9-81ED-4DB2-BD59-A6C34878D82A}">
                    <a16:rowId xmlns:a16="http://schemas.microsoft.com/office/drawing/2014/main" val="2677210948"/>
                  </a:ext>
                </a:extLst>
              </a:tr>
              <a:tr h="365690">
                <a:tc>
                  <a:txBody>
                    <a:bodyPr/>
                    <a:lstStyle/>
                    <a:p>
                      <a:pPr algn="ctr">
                        <a:lnSpc>
                          <a:spcPct val="150000"/>
                        </a:lnSpc>
                      </a:pPr>
                      <a:r>
                        <a:rPr lang="es-ES" sz="2000" noProof="0" dirty="0"/>
                        <a:t>68110</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a:solidFill>
                            <a:schemeClr val="dk1"/>
                          </a:solidFill>
                          <a:latin typeface="+mn-lt"/>
                          <a:ea typeface="+mn-ea"/>
                          <a:cs typeface="+mn-cs"/>
                        </a:rPr>
                        <a:t>Compra e venda de </a:t>
                      </a:r>
                      <a:r>
                        <a:rPr lang="es-ES" sz="2000" kern="1200" noProof="0" dirty="0" err="1">
                          <a:solidFill>
                            <a:schemeClr val="dk1"/>
                          </a:solidFill>
                          <a:latin typeface="+mn-lt"/>
                          <a:ea typeface="+mn-ea"/>
                          <a:cs typeface="+mn-cs"/>
                        </a:rPr>
                        <a:t>bens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imobiliários</a:t>
                      </a:r>
                      <a:endParaRPr lang="es-ES" sz="2000" kern="1200" noProof="0" dirty="0">
                        <a:solidFill>
                          <a:schemeClr val="dk1"/>
                        </a:solidFill>
                        <a:latin typeface="+mn-lt"/>
                        <a:ea typeface="+mn-ea"/>
                        <a:cs typeface="+mn-cs"/>
                      </a:endParaRPr>
                    </a:p>
                  </a:txBody>
                  <a:tcPr anchor="ctr">
                    <a:noFill/>
                  </a:tcPr>
                </a:tc>
                <a:extLst>
                  <a:ext uri="{0D108BD9-81ED-4DB2-BD59-A6C34878D82A}">
                    <a16:rowId xmlns:a16="http://schemas.microsoft.com/office/drawing/2014/main" val="4152743046"/>
                  </a:ext>
                </a:extLst>
              </a:tr>
              <a:tr h="365690">
                <a:tc>
                  <a:txBody>
                    <a:bodyPr/>
                    <a:lstStyle/>
                    <a:p>
                      <a:pPr algn="ctr">
                        <a:lnSpc>
                          <a:spcPct val="150000"/>
                        </a:lnSpc>
                      </a:pPr>
                      <a:r>
                        <a:rPr lang="es-ES" sz="2000" noProof="0" dirty="0"/>
                        <a:t>11021</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err="1">
                          <a:solidFill>
                            <a:schemeClr val="dk1"/>
                          </a:solidFill>
                          <a:latin typeface="+mn-lt"/>
                          <a:ea typeface="+mn-ea"/>
                          <a:cs typeface="+mn-cs"/>
                        </a:rPr>
                        <a:t>Produção</a:t>
                      </a:r>
                      <a:r>
                        <a:rPr lang="es-ES" sz="2000" kern="1200" noProof="0" dirty="0">
                          <a:solidFill>
                            <a:schemeClr val="dk1"/>
                          </a:solidFill>
                          <a:latin typeface="+mn-lt"/>
                          <a:ea typeface="+mn-ea"/>
                          <a:cs typeface="+mn-cs"/>
                        </a:rPr>
                        <a:t> de </a:t>
                      </a:r>
                      <a:r>
                        <a:rPr lang="es-ES" sz="2000" kern="1200" noProof="0" dirty="0" err="1">
                          <a:solidFill>
                            <a:schemeClr val="dk1"/>
                          </a:solidFill>
                          <a:latin typeface="+mn-lt"/>
                          <a:ea typeface="+mn-ea"/>
                          <a:cs typeface="+mn-cs"/>
                        </a:rPr>
                        <a:t>vinhos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comuns</a:t>
                      </a:r>
                      <a:r>
                        <a:rPr lang="es-ES" sz="2000" kern="1200" noProof="0" dirty="0">
                          <a:solidFill>
                            <a:schemeClr val="dk1"/>
                          </a:solidFill>
                          <a:latin typeface="+mn-lt"/>
                          <a:ea typeface="+mn-ea"/>
                          <a:cs typeface="+mn-cs"/>
                        </a:rPr>
                        <a:t> e licorosos</a:t>
                      </a:r>
                    </a:p>
                  </a:txBody>
                  <a:tcPr anchor="ctr">
                    <a:noFill/>
                  </a:tcPr>
                </a:tc>
                <a:extLst>
                  <a:ext uri="{0D108BD9-81ED-4DB2-BD59-A6C34878D82A}">
                    <a16:rowId xmlns:a16="http://schemas.microsoft.com/office/drawing/2014/main" val="903533393"/>
                  </a:ext>
                </a:extLst>
              </a:tr>
            </a:tbl>
          </a:graphicData>
        </a:graphic>
      </p:graphicFrame>
      <p:sp>
        <p:nvSpPr>
          <p:cNvPr id="4" name="TextBox 10">
            <a:extLst>
              <a:ext uri="{FF2B5EF4-FFF2-40B4-BE49-F238E27FC236}">
                <a16:creationId xmlns:a16="http://schemas.microsoft.com/office/drawing/2014/main" id="{C5CF8529-32E0-BD9E-ED91-33CCCF83BE75}"/>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8" name="TextBox 12">
            <a:extLst>
              <a:ext uri="{FF2B5EF4-FFF2-40B4-BE49-F238E27FC236}">
                <a16:creationId xmlns:a16="http://schemas.microsoft.com/office/drawing/2014/main" id="{C6904CF9-F5CF-7287-4EF6-7F4A52D75177}"/>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0" name="Picture 9">
            <a:extLst>
              <a:ext uri="{FF2B5EF4-FFF2-40B4-BE49-F238E27FC236}">
                <a16:creationId xmlns:a16="http://schemas.microsoft.com/office/drawing/2014/main" id="{9BA42CD1-0BA6-1F34-5078-733B17376965}"/>
              </a:ext>
            </a:extLst>
          </p:cNvPr>
          <p:cNvPicPr>
            <a:picLocks noChangeAspect="1"/>
          </p:cNvPicPr>
          <p:nvPr/>
        </p:nvPicPr>
        <p:blipFill>
          <a:blip r:embed="rId7"/>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14275944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F6A08-68E7-AE9F-D768-607BE8B9B3B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6BAE8ED-FBD8-7823-EEB8-0AE71E09936E}"/>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AA766520-AF1C-368D-4FA5-D9753FF8D7B6}"/>
              </a:ext>
            </a:extLst>
          </p:cNvPr>
          <p:cNvSpPr txBox="1">
            <a:spLocks/>
          </p:cNvSpPr>
          <p:nvPr/>
        </p:nvSpPr>
        <p:spPr>
          <a:xfrm>
            <a:off x="860254" y="1638300"/>
            <a:ext cx="168181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Línea de tiempo</a:t>
            </a:r>
            <a:endParaRPr lang="es-ES" sz="4800" b="1" noProof="0" dirty="0"/>
          </a:p>
        </p:txBody>
      </p:sp>
      <p:sp>
        <p:nvSpPr>
          <p:cNvPr id="11" name="TextBox 15">
            <a:extLst>
              <a:ext uri="{FF2B5EF4-FFF2-40B4-BE49-F238E27FC236}">
                <a16:creationId xmlns:a16="http://schemas.microsoft.com/office/drawing/2014/main" id="{CFF80388-8FAA-DF6A-2305-BC6A09F7874F}"/>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33</a:t>
            </a:fld>
            <a:endParaRPr lang="es-ES" sz="1500" b="1" noProof="0" dirty="0">
              <a:solidFill>
                <a:srgbClr val="343434"/>
              </a:solidFill>
              <a:latin typeface="DM Sans Bold"/>
              <a:ea typeface="DM Sans Bold"/>
              <a:cs typeface="DM Sans Bold"/>
              <a:sym typeface="DM Sans Bold"/>
            </a:endParaRPr>
          </a:p>
        </p:txBody>
      </p:sp>
      <p:grpSp>
        <p:nvGrpSpPr>
          <p:cNvPr id="9" name="Group 8">
            <a:extLst>
              <a:ext uri="{FF2B5EF4-FFF2-40B4-BE49-F238E27FC236}">
                <a16:creationId xmlns:a16="http://schemas.microsoft.com/office/drawing/2014/main" id="{57FE0F47-B14E-F8DF-C11D-4741604AF824}"/>
              </a:ext>
            </a:extLst>
          </p:cNvPr>
          <p:cNvGrpSpPr/>
          <p:nvPr/>
        </p:nvGrpSpPr>
        <p:grpSpPr>
          <a:xfrm>
            <a:off x="326854" y="2705100"/>
            <a:ext cx="17580146" cy="6781800"/>
            <a:chOff x="326854" y="2552700"/>
            <a:chExt cx="17580146" cy="6781800"/>
          </a:xfrm>
        </p:grpSpPr>
        <p:graphicFrame>
          <p:nvGraphicFramePr>
            <p:cNvPr id="5" name="Diagram 4">
              <a:extLst>
                <a:ext uri="{FF2B5EF4-FFF2-40B4-BE49-F238E27FC236}">
                  <a16:creationId xmlns:a16="http://schemas.microsoft.com/office/drawing/2014/main" id="{7EEE7C7B-A4E4-62BD-9274-CCD6A0CD51A7}"/>
                </a:ext>
              </a:extLst>
            </p:cNvPr>
            <p:cNvGraphicFramePr/>
            <p:nvPr>
              <p:extLst>
                <p:ext uri="{D42A27DB-BD31-4B8C-83A1-F6EECF244321}">
                  <p14:modId xmlns:p14="http://schemas.microsoft.com/office/powerpoint/2010/main" val="1427025214"/>
                </p:ext>
              </p:extLst>
            </p:nvPr>
          </p:nvGraphicFramePr>
          <p:xfrm>
            <a:off x="326854" y="2552700"/>
            <a:ext cx="17580146" cy="6781800"/>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cxnSp>
          <p:nvCxnSpPr>
            <p:cNvPr id="8" name="Straight Connector 7">
              <a:extLst>
                <a:ext uri="{FF2B5EF4-FFF2-40B4-BE49-F238E27FC236}">
                  <a16:creationId xmlns:a16="http://schemas.microsoft.com/office/drawing/2014/main" id="{C5DD6A38-6052-B525-B00F-65A0DBBCA6B4}"/>
                </a:ext>
              </a:extLst>
            </p:cNvPr>
            <p:cNvCxnSpPr>
              <a:cxnSpLocks/>
            </p:cNvCxnSpPr>
            <p:nvPr/>
          </p:nvCxnSpPr>
          <p:spPr>
            <a:xfrm>
              <a:off x="1099598" y="4610100"/>
              <a:ext cx="0" cy="979716"/>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848CD8D-07B9-30A9-848F-4A3113E5613E}"/>
                </a:ext>
              </a:extLst>
            </p:cNvPr>
            <p:cNvCxnSpPr>
              <a:cxnSpLocks/>
            </p:cNvCxnSpPr>
            <p:nvPr/>
          </p:nvCxnSpPr>
          <p:spPr>
            <a:xfrm>
              <a:off x="2683329" y="5581645"/>
              <a:ext cx="0" cy="8001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66220A2-1006-9522-A1C5-98F44709C1E1}"/>
                </a:ext>
              </a:extLst>
            </p:cNvPr>
            <p:cNvCxnSpPr>
              <a:cxnSpLocks/>
            </p:cNvCxnSpPr>
            <p:nvPr/>
          </p:nvCxnSpPr>
          <p:spPr>
            <a:xfrm>
              <a:off x="5867400" y="5578929"/>
              <a:ext cx="0" cy="8001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BE3B761-B901-3EDC-327F-B285FBEEF2A1}"/>
                </a:ext>
              </a:extLst>
            </p:cNvPr>
            <p:cNvCxnSpPr>
              <a:cxnSpLocks/>
            </p:cNvCxnSpPr>
            <p:nvPr/>
          </p:nvCxnSpPr>
          <p:spPr>
            <a:xfrm>
              <a:off x="9024258" y="5587092"/>
              <a:ext cx="0" cy="8001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CCF76C-119F-55CE-AA82-6DCEB1DC8112}"/>
                </a:ext>
              </a:extLst>
            </p:cNvPr>
            <p:cNvCxnSpPr>
              <a:cxnSpLocks/>
            </p:cNvCxnSpPr>
            <p:nvPr/>
          </p:nvCxnSpPr>
          <p:spPr>
            <a:xfrm>
              <a:off x="12170226" y="5562600"/>
              <a:ext cx="0" cy="8001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32BBA021-230E-E35E-BED5-30AC243F1D83}"/>
                </a:ext>
              </a:extLst>
            </p:cNvPr>
            <p:cNvCxnSpPr>
              <a:cxnSpLocks/>
            </p:cNvCxnSpPr>
            <p:nvPr/>
          </p:nvCxnSpPr>
          <p:spPr>
            <a:xfrm>
              <a:off x="15392400" y="5540827"/>
              <a:ext cx="0" cy="8001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528E39A-9B14-C608-1CA2-04CC9D4AD119}"/>
                </a:ext>
              </a:extLst>
            </p:cNvPr>
            <p:cNvCxnSpPr>
              <a:cxnSpLocks/>
            </p:cNvCxnSpPr>
            <p:nvPr/>
          </p:nvCxnSpPr>
          <p:spPr>
            <a:xfrm>
              <a:off x="4283529" y="4599213"/>
              <a:ext cx="0" cy="979716"/>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7BA72DAD-CD7A-D163-BA0C-B278272BB3C0}"/>
                </a:ext>
              </a:extLst>
            </p:cNvPr>
            <p:cNvCxnSpPr>
              <a:cxnSpLocks/>
            </p:cNvCxnSpPr>
            <p:nvPr/>
          </p:nvCxnSpPr>
          <p:spPr>
            <a:xfrm>
              <a:off x="7451271" y="4610100"/>
              <a:ext cx="0" cy="97971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67911BFF-498D-A54B-A8B6-CAD7BE84C02F}"/>
                </a:ext>
              </a:extLst>
            </p:cNvPr>
            <p:cNvCxnSpPr>
              <a:cxnSpLocks/>
            </p:cNvCxnSpPr>
            <p:nvPr/>
          </p:nvCxnSpPr>
          <p:spPr>
            <a:xfrm>
              <a:off x="10575471" y="4582884"/>
              <a:ext cx="0" cy="979716"/>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EAB96E0E-5623-A235-088A-DFF857D49DAA}"/>
                </a:ext>
              </a:extLst>
            </p:cNvPr>
            <p:cNvCxnSpPr>
              <a:cxnSpLocks/>
            </p:cNvCxnSpPr>
            <p:nvPr/>
          </p:nvCxnSpPr>
          <p:spPr>
            <a:xfrm>
              <a:off x="13744473" y="4582884"/>
              <a:ext cx="0" cy="979716"/>
            </a:xfrm>
            <a:prstGeom prst="line">
              <a:avLst/>
            </a:prstGeom>
          </p:spPr>
          <p:style>
            <a:lnRef idx="1">
              <a:schemeClr val="accent1"/>
            </a:lnRef>
            <a:fillRef idx="0">
              <a:schemeClr val="accent1"/>
            </a:fillRef>
            <a:effectRef idx="0">
              <a:schemeClr val="accent1"/>
            </a:effectRef>
            <a:fontRef idx="minor">
              <a:schemeClr val="tx1"/>
            </a:fontRef>
          </p:style>
        </p:cxnSp>
      </p:grpSp>
      <p:sp>
        <p:nvSpPr>
          <p:cNvPr id="4" name="TextBox 10">
            <a:extLst>
              <a:ext uri="{FF2B5EF4-FFF2-40B4-BE49-F238E27FC236}">
                <a16:creationId xmlns:a16="http://schemas.microsoft.com/office/drawing/2014/main" id="{AC91631F-D0DF-9D08-8A3C-557580A82E24}"/>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6" name="TextBox 12">
            <a:extLst>
              <a:ext uri="{FF2B5EF4-FFF2-40B4-BE49-F238E27FC236}">
                <a16:creationId xmlns:a16="http://schemas.microsoft.com/office/drawing/2014/main" id="{A2BF72BB-E111-951A-A41D-42E089E9E18F}"/>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7" name="Picture 6">
            <a:extLst>
              <a:ext uri="{FF2B5EF4-FFF2-40B4-BE49-F238E27FC236}">
                <a16:creationId xmlns:a16="http://schemas.microsoft.com/office/drawing/2014/main" id="{9F58FB9D-BE99-9F2C-8E69-B7687AE50BE5}"/>
              </a:ext>
            </a:extLst>
          </p:cNvPr>
          <p:cNvPicPr>
            <a:picLocks noChangeAspect="1"/>
          </p:cNvPicPr>
          <p:nvPr/>
        </p:nvPicPr>
        <p:blipFill>
          <a:blip r:embed="rId10"/>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9401224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11B3F-1E72-F460-4C33-D45997DF5CC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6268BA3-50B7-BC8D-CA6D-F993762761A0}"/>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3" name="Title 1">
            <a:extLst>
              <a:ext uri="{FF2B5EF4-FFF2-40B4-BE49-F238E27FC236}">
                <a16:creationId xmlns:a16="http://schemas.microsoft.com/office/drawing/2014/main" id="{F891C13D-5F07-52B7-0341-09A4D3E792FA}"/>
              </a:ext>
            </a:extLst>
          </p:cNvPr>
          <p:cNvSpPr txBox="1">
            <a:spLocks/>
          </p:cNvSpPr>
          <p:nvPr/>
        </p:nvSpPr>
        <p:spPr>
          <a:xfrm>
            <a:off x="860254" y="1638300"/>
            <a:ext cx="165133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Conclusión</a:t>
            </a:r>
          </a:p>
        </p:txBody>
      </p:sp>
      <p:sp>
        <p:nvSpPr>
          <p:cNvPr id="7" name="Content Placeholder 2">
            <a:extLst>
              <a:ext uri="{FF2B5EF4-FFF2-40B4-BE49-F238E27FC236}">
                <a16:creationId xmlns:a16="http://schemas.microsoft.com/office/drawing/2014/main" id="{634A1979-47AC-2F13-1D71-949E8E1F3FF0}"/>
              </a:ext>
            </a:extLst>
          </p:cNvPr>
          <p:cNvSpPr txBox="1">
            <a:spLocks/>
          </p:cNvSpPr>
          <p:nvPr/>
        </p:nvSpPr>
        <p:spPr>
          <a:xfrm>
            <a:off x="860254" y="2620962"/>
            <a:ext cx="16665746" cy="3751903"/>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sz="4000" noProof="0" dirty="0"/>
          </a:p>
          <a:p>
            <a:pPr marL="0" indent="0">
              <a:buNone/>
            </a:pPr>
            <a:r>
              <a:rPr lang="es-ES" sz="4000" noProof="0" dirty="0"/>
              <a:t>Este caso ejemplifica el poder de OSINT para transformar datos públicos dispersos (noticias, registros, redes sociales) en inteligencia procesable. Siguiendo estos pasos, cualquier persona con acceso a internet podría haber descifrado el escándalo que derrocó al gobierno de Portugal en 2025.</a:t>
            </a:r>
          </a:p>
          <a:p>
            <a:pPr marL="0" indent="0">
              <a:buNone/>
            </a:pPr>
            <a:endParaRPr lang="es-ES" sz="4000" noProof="0" dirty="0"/>
          </a:p>
          <a:p>
            <a:pPr marL="0" indent="0">
              <a:buNone/>
            </a:pPr>
            <a:r>
              <a:rPr lang="es-ES" sz="4000" noProof="0" dirty="0"/>
              <a:t>Las consecuencias subrayan una lección más amplia: en una era de transparencia, las empresas privadas no pueden escapar del escrutinio público cuando OSINT está en juego.</a:t>
            </a:r>
            <a:endParaRPr lang="es-ES" sz="5400" noProof="0" dirty="0"/>
          </a:p>
        </p:txBody>
      </p:sp>
      <p:sp>
        <p:nvSpPr>
          <p:cNvPr id="4" name="TextBox 15">
            <a:extLst>
              <a:ext uri="{FF2B5EF4-FFF2-40B4-BE49-F238E27FC236}">
                <a16:creationId xmlns:a16="http://schemas.microsoft.com/office/drawing/2014/main" id="{2A229EAE-4B88-39CB-A1CB-0D24E6F1840F}"/>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34</a:t>
            </a:fld>
            <a:endParaRPr lang="es-ES" sz="1500" b="1" noProof="0" dirty="0">
              <a:solidFill>
                <a:srgbClr val="343434"/>
              </a:solidFill>
              <a:latin typeface="DM Sans Bold"/>
              <a:ea typeface="DM Sans Bold"/>
              <a:cs typeface="DM Sans Bold"/>
              <a:sym typeface="DM Sans Bold"/>
            </a:endParaRPr>
          </a:p>
        </p:txBody>
      </p:sp>
      <p:sp>
        <p:nvSpPr>
          <p:cNvPr id="5" name="TextBox 10">
            <a:extLst>
              <a:ext uri="{FF2B5EF4-FFF2-40B4-BE49-F238E27FC236}">
                <a16:creationId xmlns:a16="http://schemas.microsoft.com/office/drawing/2014/main" id="{D0F2FB69-CE1D-9792-D352-7B7F3B89B3CA}"/>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6" name="TextBox 12">
            <a:extLst>
              <a:ext uri="{FF2B5EF4-FFF2-40B4-BE49-F238E27FC236}">
                <a16:creationId xmlns:a16="http://schemas.microsoft.com/office/drawing/2014/main" id="{32EC0A2F-C84A-05AB-A28C-84A33D008D70}"/>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8" name="Picture 7">
            <a:extLst>
              <a:ext uri="{FF2B5EF4-FFF2-40B4-BE49-F238E27FC236}">
                <a16:creationId xmlns:a16="http://schemas.microsoft.com/office/drawing/2014/main" id="{FD4AEE7B-E9D3-EC4B-EBD4-0B0ADF3FEFF6}"/>
              </a:ext>
            </a:extLst>
          </p:cNvPr>
          <p:cNvPicPr>
            <a:picLocks noChangeAspect="1"/>
          </p:cNvPicPr>
          <p:nvPr/>
        </p:nvPicPr>
        <p:blipFill>
          <a:blip r:embed="rId5"/>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33048908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435F8-4D75-F60C-AD54-597C6ADA540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4699A19-5313-96D1-675A-9276B23BA619}"/>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graphicFrame>
        <p:nvGraphicFramePr>
          <p:cNvPr id="3" name="Table 5">
            <a:extLst>
              <a:ext uri="{FF2B5EF4-FFF2-40B4-BE49-F238E27FC236}">
                <a16:creationId xmlns:a16="http://schemas.microsoft.com/office/drawing/2014/main" id="{9B1996C8-C6C0-E34B-1608-3C7E37EA7B84}"/>
              </a:ext>
            </a:extLst>
          </p:cNvPr>
          <p:cNvGraphicFramePr>
            <a:graphicFrameLocks/>
          </p:cNvGraphicFramePr>
          <p:nvPr>
            <p:extLst>
              <p:ext uri="{D42A27DB-BD31-4B8C-83A1-F6EECF244321}">
                <p14:modId xmlns:p14="http://schemas.microsoft.com/office/powerpoint/2010/main" val="372704440"/>
              </p:ext>
            </p:extLst>
          </p:nvPr>
        </p:nvGraphicFramePr>
        <p:xfrm>
          <a:off x="666750" y="1587381"/>
          <a:ext cx="5657850" cy="2317533"/>
        </p:xfrm>
        <a:graphic>
          <a:graphicData uri="http://schemas.openxmlformats.org/drawingml/2006/table">
            <a:tbl>
              <a:tblPr firstRow="1" bandRow="1">
                <a:tableStyleId>{5C22544A-7EE6-4342-B048-85BDC9FD1C3A}</a:tableStyleId>
              </a:tblPr>
              <a:tblGrid>
                <a:gridCol w="1847850">
                  <a:extLst>
                    <a:ext uri="{9D8B030D-6E8A-4147-A177-3AD203B41FA5}">
                      <a16:colId xmlns:a16="http://schemas.microsoft.com/office/drawing/2014/main" val="4289972319"/>
                    </a:ext>
                  </a:extLst>
                </a:gridCol>
                <a:gridCol w="3810000">
                  <a:extLst>
                    <a:ext uri="{9D8B030D-6E8A-4147-A177-3AD203B41FA5}">
                      <a16:colId xmlns:a16="http://schemas.microsoft.com/office/drawing/2014/main" val="2619954489"/>
                    </a:ext>
                  </a:extLst>
                </a:gridCol>
              </a:tblGrid>
              <a:tr h="435139">
                <a:tc>
                  <a:txBody>
                    <a:bodyPr/>
                    <a:lstStyle/>
                    <a:p>
                      <a:pPr algn="l"/>
                      <a:r>
                        <a:rPr lang="es-ES" noProof="0" dirty="0"/>
                        <a:t>Portal</a:t>
                      </a:r>
                    </a:p>
                  </a:txBody>
                  <a:tcPr anchor="ctr">
                    <a:solidFill>
                      <a:schemeClr val="accent6">
                        <a:lumMod val="50000"/>
                      </a:schemeClr>
                    </a:solidFill>
                  </a:tcPr>
                </a:tc>
                <a:tc>
                  <a:txBody>
                    <a:bodyPr/>
                    <a:lstStyle/>
                    <a:p>
                      <a:pPr algn="l"/>
                      <a:r>
                        <a:rPr lang="es-ES" noProof="0" dirty="0"/>
                        <a:t>Portal do </a:t>
                      </a:r>
                      <a:r>
                        <a:rPr lang="es-ES" noProof="0" dirty="0" err="1"/>
                        <a:t>Governo</a:t>
                      </a:r>
                      <a:endParaRPr lang="es-ES" noProof="0" dirty="0"/>
                    </a:p>
                  </a:txBody>
                  <a:tcPr anchor="ctr">
                    <a:solidFill>
                      <a:schemeClr val="accent6">
                        <a:lumMod val="50000"/>
                      </a:schemeClr>
                    </a:solidFill>
                  </a:tcPr>
                </a:tc>
                <a:extLst>
                  <a:ext uri="{0D108BD9-81ED-4DB2-BD59-A6C34878D82A}">
                    <a16:rowId xmlns:a16="http://schemas.microsoft.com/office/drawing/2014/main" val="2389528094"/>
                  </a:ext>
                </a:extLst>
              </a:tr>
              <a:tr h="1597468">
                <a:tc>
                  <a:txBody>
                    <a:bodyPr/>
                    <a:lstStyle/>
                    <a:p>
                      <a:pPr>
                        <a:lnSpc>
                          <a:spcPct val="150000"/>
                        </a:lnSpc>
                      </a:pPr>
                      <a:endParaRPr lang="es-ES" noProof="0" dirty="0"/>
                    </a:p>
                  </a:txBody>
                  <a:tcPr>
                    <a:noFill/>
                  </a:tcPr>
                </a:tc>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1600" kern="1200" noProof="0" dirty="0" err="1">
                          <a:solidFill>
                            <a:schemeClr val="dk1"/>
                          </a:solidFill>
                          <a:latin typeface="+mn-lt"/>
                          <a:ea typeface="+mn-ea"/>
                          <a:cs typeface="+mn-cs"/>
                        </a:rPr>
                        <a:t>Membros</a:t>
                      </a:r>
                      <a:r>
                        <a:rPr lang="es-ES" sz="1600" kern="1200" noProof="0" dirty="0">
                          <a:solidFill>
                            <a:schemeClr val="dk1"/>
                          </a:solidFill>
                          <a:latin typeface="+mn-lt"/>
                          <a:ea typeface="+mn-ea"/>
                          <a:cs typeface="+mn-cs"/>
                        </a:rPr>
                        <a:t> do </a:t>
                      </a:r>
                      <a:r>
                        <a:rPr lang="es-ES" sz="1600" kern="1200" noProof="0" dirty="0" err="1">
                          <a:solidFill>
                            <a:schemeClr val="dk1"/>
                          </a:solidFill>
                          <a:latin typeface="+mn-lt"/>
                          <a:ea typeface="+mn-ea"/>
                          <a:cs typeface="+mn-cs"/>
                        </a:rPr>
                        <a:t>Governo</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5"/>
                        </a:rPr>
                        <a:t>link</a:t>
                      </a:r>
                      <a:r>
                        <a:rPr lang="es-ES" sz="1600" kern="1200" noProof="0" dirty="0">
                          <a:solidFill>
                            <a:schemeClr val="dk1"/>
                          </a:solidFill>
                          <a:latin typeface="+mn-lt"/>
                          <a:ea typeface="+mn-ea"/>
                          <a:cs typeface="+mn-cs"/>
                        </a:rPr>
                        <a:t>)</a:t>
                      </a:r>
                    </a:p>
                    <a:p>
                      <a:pPr marL="742950" lvl="1" indent="-285750">
                        <a:lnSpc>
                          <a:spcPct val="150000"/>
                        </a:lnSpc>
                        <a:buFont typeface="Arial" panose="020B0604020202020204" pitchFamily="34" charset="0"/>
                        <a:buChar char="•"/>
                      </a:pPr>
                      <a:r>
                        <a:rPr lang="es-ES" sz="1600" kern="1200" noProof="0" dirty="0" err="1">
                          <a:solidFill>
                            <a:schemeClr val="dk1"/>
                          </a:solidFill>
                          <a:latin typeface="+mn-lt"/>
                          <a:ea typeface="+mn-ea"/>
                          <a:cs typeface="+mn-cs"/>
                        </a:rPr>
                        <a:t>Primeiro</a:t>
                      </a:r>
                      <a:r>
                        <a:rPr lang="es-ES" sz="1600" kern="1200" noProof="0" dirty="0">
                          <a:solidFill>
                            <a:schemeClr val="dk1"/>
                          </a:solidFill>
                          <a:latin typeface="+mn-lt"/>
                          <a:ea typeface="+mn-ea"/>
                          <a:cs typeface="+mn-cs"/>
                        </a:rPr>
                        <a:t>-Ministro (</a:t>
                      </a:r>
                      <a:r>
                        <a:rPr lang="es-ES" sz="1600" kern="1200" noProof="0" dirty="0">
                          <a:solidFill>
                            <a:schemeClr val="dk1"/>
                          </a:solidFill>
                          <a:latin typeface="+mn-lt"/>
                          <a:ea typeface="+mn-ea"/>
                          <a:cs typeface="+mn-cs"/>
                          <a:hlinkClick r:id="rId6"/>
                        </a:rPr>
                        <a:t>link</a:t>
                      </a:r>
                      <a:r>
                        <a:rPr lang="es-ES" sz="1600" kern="1200" noProof="0" dirty="0">
                          <a:solidFill>
                            <a:schemeClr val="dk1"/>
                          </a:solidFill>
                          <a:latin typeface="+mn-lt"/>
                          <a:ea typeface="+mn-ea"/>
                          <a:cs typeface="+mn-cs"/>
                        </a:rPr>
                        <a:t>)</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1600" kern="1200" noProof="0" dirty="0">
                          <a:solidFill>
                            <a:schemeClr val="dk1"/>
                          </a:solidFill>
                          <a:latin typeface="+mn-lt"/>
                          <a:ea typeface="+mn-ea"/>
                          <a:cs typeface="+mn-cs"/>
                        </a:rPr>
                        <a:t>Redes </a:t>
                      </a:r>
                      <a:r>
                        <a:rPr lang="es-ES" sz="1600" kern="1200" noProof="0" dirty="0" err="1">
                          <a:solidFill>
                            <a:schemeClr val="dk1"/>
                          </a:solidFill>
                          <a:latin typeface="+mn-lt"/>
                          <a:ea typeface="+mn-ea"/>
                          <a:cs typeface="+mn-cs"/>
                        </a:rPr>
                        <a:t>sociais</a:t>
                      </a:r>
                      <a:endParaRPr lang="es-ES" sz="1600" kern="1200" noProof="0" dirty="0">
                        <a:solidFill>
                          <a:schemeClr val="dk1"/>
                        </a:solidFill>
                        <a:latin typeface="+mn-lt"/>
                        <a:ea typeface="+mn-ea"/>
                        <a:cs typeface="+mn-cs"/>
                      </a:endParaRP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lang="es-ES" sz="1600" kern="1200" noProof="0" dirty="0">
                        <a:solidFill>
                          <a:schemeClr val="dk1"/>
                        </a:solidFill>
                        <a:latin typeface="+mn-lt"/>
                        <a:ea typeface="+mn-ea"/>
                        <a:cs typeface="+mn-cs"/>
                      </a:endParaRP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lang="es-ES" sz="1600" kern="1200" noProof="0" dirty="0">
                        <a:solidFill>
                          <a:schemeClr val="dk1"/>
                        </a:solidFill>
                        <a:latin typeface="+mn-lt"/>
                        <a:ea typeface="+mn-ea"/>
                        <a:cs typeface="+mn-cs"/>
                      </a:endParaRPr>
                    </a:p>
                  </a:txBody>
                  <a:tcPr>
                    <a:noFill/>
                  </a:tcPr>
                </a:tc>
                <a:extLst>
                  <a:ext uri="{0D108BD9-81ED-4DB2-BD59-A6C34878D82A}">
                    <a16:rowId xmlns:a16="http://schemas.microsoft.com/office/drawing/2014/main" val="3288223916"/>
                  </a:ext>
                </a:extLst>
              </a:tr>
            </a:tbl>
          </a:graphicData>
        </a:graphic>
      </p:graphicFrame>
      <p:pic>
        <p:nvPicPr>
          <p:cNvPr id="7" name="Picture 6">
            <a:hlinkClick r:id="rId7"/>
            <a:extLst>
              <a:ext uri="{FF2B5EF4-FFF2-40B4-BE49-F238E27FC236}">
                <a16:creationId xmlns:a16="http://schemas.microsoft.com/office/drawing/2014/main" id="{17F0CB58-E877-C3F2-E2F5-0F27F0DD0ABE}"/>
              </a:ext>
            </a:extLst>
          </p:cNvPr>
          <p:cNvPicPr>
            <a:picLocks noChangeAspect="1"/>
          </p:cNvPicPr>
          <p:nvPr/>
        </p:nvPicPr>
        <p:blipFill>
          <a:blip r:embed="rId8"/>
          <a:stretch>
            <a:fillRect/>
          </a:stretch>
        </p:blipFill>
        <p:spPr>
          <a:xfrm>
            <a:off x="847013" y="2252866"/>
            <a:ext cx="1560413" cy="1457528"/>
          </a:xfrm>
          <a:prstGeom prst="rect">
            <a:avLst/>
          </a:prstGeom>
        </p:spPr>
      </p:pic>
      <p:graphicFrame>
        <p:nvGraphicFramePr>
          <p:cNvPr id="9" name="Table 5">
            <a:extLst>
              <a:ext uri="{FF2B5EF4-FFF2-40B4-BE49-F238E27FC236}">
                <a16:creationId xmlns:a16="http://schemas.microsoft.com/office/drawing/2014/main" id="{A9D2F826-99F3-0D59-FA31-B79022CFBFA8}"/>
              </a:ext>
            </a:extLst>
          </p:cNvPr>
          <p:cNvGraphicFramePr>
            <a:graphicFrameLocks/>
          </p:cNvGraphicFramePr>
          <p:nvPr>
            <p:extLst>
              <p:ext uri="{D42A27DB-BD31-4B8C-83A1-F6EECF244321}">
                <p14:modId xmlns:p14="http://schemas.microsoft.com/office/powerpoint/2010/main" val="3054091491"/>
              </p:ext>
            </p:extLst>
          </p:nvPr>
        </p:nvGraphicFramePr>
        <p:xfrm>
          <a:off x="677334" y="3999664"/>
          <a:ext cx="5647266" cy="2317533"/>
        </p:xfrm>
        <a:graphic>
          <a:graphicData uri="http://schemas.openxmlformats.org/drawingml/2006/table">
            <a:tbl>
              <a:tblPr firstRow="1" bandRow="1">
                <a:tableStyleId>{5C22544A-7EE6-4342-B048-85BDC9FD1C3A}</a:tableStyleId>
              </a:tblPr>
              <a:tblGrid>
                <a:gridCol w="1837266">
                  <a:extLst>
                    <a:ext uri="{9D8B030D-6E8A-4147-A177-3AD203B41FA5}">
                      <a16:colId xmlns:a16="http://schemas.microsoft.com/office/drawing/2014/main" val="4289972319"/>
                    </a:ext>
                  </a:extLst>
                </a:gridCol>
                <a:gridCol w="3810000">
                  <a:extLst>
                    <a:ext uri="{9D8B030D-6E8A-4147-A177-3AD203B41FA5}">
                      <a16:colId xmlns:a16="http://schemas.microsoft.com/office/drawing/2014/main" val="2619954489"/>
                    </a:ext>
                  </a:extLst>
                </a:gridCol>
              </a:tblGrid>
              <a:tr h="435139">
                <a:tc>
                  <a:txBody>
                    <a:bodyPr/>
                    <a:lstStyle/>
                    <a:p>
                      <a:pPr algn="l"/>
                      <a:r>
                        <a:rPr lang="es-ES" noProof="0" dirty="0"/>
                        <a:t>Portal</a:t>
                      </a:r>
                    </a:p>
                  </a:txBody>
                  <a:tcPr anchor="ctr">
                    <a:solidFill>
                      <a:schemeClr val="accent6">
                        <a:lumMod val="50000"/>
                      </a:schemeClr>
                    </a:solidFill>
                  </a:tcPr>
                </a:tc>
                <a:tc>
                  <a:txBody>
                    <a:bodyPr/>
                    <a:lstStyle/>
                    <a:p>
                      <a:pPr algn="l"/>
                      <a:r>
                        <a:rPr lang="es-ES" noProof="0" dirty="0"/>
                        <a:t>Portal da </a:t>
                      </a:r>
                      <a:r>
                        <a:rPr lang="es-ES" noProof="0" dirty="0" err="1"/>
                        <a:t>Assembleia</a:t>
                      </a:r>
                      <a:r>
                        <a:rPr lang="es-ES" noProof="0" dirty="0"/>
                        <a:t> da República</a:t>
                      </a:r>
                    </a:p>
                  </a:txBody>
                  <a:tcPr anchor="ctr">
                    <a:solidFill>
                      <a:schemeClr val="accent6">
                        <a:lumMod val="50000"/>
                      </a:schemeClr>
                    </a:solidFill>
                  </a:tcPr>
                </a:tc>
                <a:extLst>
                  <a:ext uri="{0D108BD9-81ED-4DB2-BD59-A6C34878D82A}">
                    <a16:rowId xmlns:a16="http://schemas.microsoft.com/office/drawing/2014/main" val="2389528094"/>
                  </a:ext>
                </a:extLst>
              </a:tr>
              <a:tr h="1597468">
                <a:tc>
                  <a:txBody>
                    <a:bodyPr/>
                    <a:lstStyle/>
                    <a:p>
                      <a:pPr>
                        <a:lnSpc>
                          <a:spcPct val="150000"/>
                        </a:lnSpc>
                      </a:pPr>
                      <a:endParaRPr lang="es-ES" noProof="0" dirty="0"/>
                    </a:p>
                  </a:txBody>
                  <a:tcPr>
                    <a:noFill/>
                  </a:tcPr>
                </a:tc>
                <a:tc>
                  <a:txBody>
                    <a:bodyPr/>
                    <a:lstStyle/>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Deputados em </a:t>
                      </a:r>
                      <a:r>
                        <a:rPr lang="es-ES" sz="1600" kern="1200" noProof="0" dirty="0" err="1">
                          <a:solidFill>
                            <a:schemeClr val="dk1"/>
                          </a:solidFill>
                          <a:latin typeface="+mn-lt"/>
                          <a:ea typeface="+mn-ea"/>
                          <a:cs typeface="+mn-cs"/>
                        </a:rPr>
                        <a:t>funções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9"/>
                        </a:rPr>
                        <a:t>link</a:t>
                      </a:r>
                      <a:r>
                        <a:rPr lang="es-ES" sz="1600" kern="1200" noProof="0" dirty="0">
                          <a:solidFill>
                            <a:schemeClr val="dk1"/>
                          </a:solidFill>
                          <a:latin typeface="+mn-lt"/>
                          <a:ea typeface="+mn-ea"/>
                          <a:cs typeface="+mn-cs"/>
                        </a:rPr>
                        <a:t>)</a:t>
                      </a:r>
                    </a:p>
                    <a:p>
                      <a:pPr marL="285750" indent="-285750">
                        <a:lnSpc>
                          <a:spcPct val="150000"/>
                        </a:lnSpc>
                        <a:buFont typeface="Arial" panose="020B0604020202020204" pitchFamily="34" charset="0"/>
                        <a:buChar char="•"/>
                      </a:pPr>
                      <a:r>
                        <a:rPr lang="es-ES" sz="1600" kern="1200" noProof="0" dirty="0" err="1">
                          <a:solidFill>
                            <a:schemeClr val="dk1"/>
                          </a:solidFill>
                          <a:latin typeface="+mn-lt"/>
                          <a:ea typeface="+mn-ea"/>
                          <a:cs typeface="+mn-cs"/>
                        </a:rPr>
                        <a:t>Informação</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Pessoal</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10"/>
                        </a:rPr>
                        <a:t>link</a:t>
                      </a:r>
                      <a:r>
                        <a:rPr lang="es-ES" sz="1600" kern="1200" noProof="0" dirty="0">
                          <a:solidFill>
                            <a:schemeClr val="dk1"/>
                          </a:solidFill>
                          <a:latin typeface="+mn-lt"/>
                          <a:ea typeface="+mn-ea"/>
                          <a:cs typeface="+mn-cs"/>
                        </a:rPr>
                        <a:t>)</a:t>
                      </a:r>
                    </a:p>
                    <a:p>
                      <a:pPr marL="285750" indent="-285750">
                        <a:lnSpc>
                          <a:spcPct val="150000"/>
                        </a:lnSpc>
                        <a:buFont typeface="Arial" panose="020B0604020202020204" pitchFamily="34" charset="0"/>
                        <a:buChar char="•"/>
                      </a:pPr>
                      <a:r>
                        <a:rPr lang="es-ES" sz="1600" kern="1200" noProof="0" dirty="0" err="1">
                          <a:solidFill>
                            <a:schemeClr val="dk1"/>
                          </a:solidFill>
                          <a:latin typeface="+mn-lt"/>
                          <a:ea typeface="+mn-ea"/>
                          <a:cs typeface="+mn-cs"/>
                        </a:rPr>
                        <a:t>Registo</a:t>
                      </a:r>
                      <a:r>
                        <a:rPr lang="es-ES" sz="1600" kern="1200" noProof="0" dirty="0">
                          <a:solidFill>
                            <a:schemeClr val="dk1"/>
                          </a:solidFill>
                          <a:latin typeface="+mn-lt"/>
                          <a:ea typeface="+mn-ea"/>
                          <a:cs typeface="+mn-cs"/>
                        </a:rPr>
                        <a:t> de </a:t>
                      </a:r>
                      <a:r>
                        <a:rPr lang="es-ES" sz="1600" kern="1200" noProof="0" dirty="0" err="1">
                          <a:solidFill>
                            <a:schemeClr val="dk1"/>
                          </a:solidFill>
                          <a:latin typeface="+mn-lt"/>
                          <a:ea typeface="+mn-ea"/>
                          <a:cs typeface="+mn-cs"/>
                        </a:rPr>
                        <a:t>interesses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11"/>
                        </a:rPr>
                        <a:t>link</a:t>
                      </a:r>
                      <a:r>
                        <a:rPr lang="es-ES" sz="1600" kern="1200" noProof="0" dirty="0">
                          <a:solidFill>
                            <a:schemeClr val="dk1"/>
                          </a:solidFill>
                          <a:latin typeface="+mn-lt"/>
                          <a:ea typeface="+mn-ea"/>
                          <a:cs typeface="+mn-cs"/>
                        </a:rPr>
                        <a:t>)</a:t>
                      </a:r>
                    </a:p>
                    <a:p>
                      <a:pPr marL="285750" indent="-285750">
                        <a:lnSpc>
                          <a:spcPct val="150000"/>
                        </a:lnSpc>
                        <a:buFont typeface="Arial" panose="020B0604020202020204" pitchFamily="34" charset="0"/>
                        <a:buChar char="•"/>
                      </a:pPr>
                      <a:r>
                        <a:rPr lang="es-ES" sz="1600" kern="1200" noProof="0" dirty="0" err="1">
                          <a:solidFill>
                            <a:schemeClr val="dk1"/>
                          </a:solidFill>
                          <a:latin typeface="+mn-lt"/>
                          <a:ea typeface="+mn-ea"/>
                          <a:cs typeface="+mn-cs"/>
                        </a:rPr>
                        <a:t>Participação</a:t>
                      </a:r>
                      <a:r>
                        <a:rPr lang="es-ES" sz="1600" kern="1200" noProof="0" dirty="0">
                          <a:solidFill>
                            <a:schemeClr val="dk1"/>
                          </a:solidFill>
                          <a:latin typeface="+mn-lt"/>
                          <a:ea typeface="+mn-ea"/>
                          <a:cs typeface="+mn-cs"/>
                        </a:rPr>
                        <a:t> em empresas (</a:t>
                      </a:r>
                      <a:r>
                        <a:rPr lang="es-ES" sz="1600" kern="1200" noProof="0" dirty="0">
                          <a:solidFill>
                            <a:schemeClr val="dk1"/>
                          </a:solidFill>
                          <a:latin typeface="+mn-lt"/>
                          <a:ea typeface="+mn-ea"/>
                          <a:cs typeface="+mn-cs"/>
                          <a:hlinkClick r:id="rId12"/>
                        </a:rPr>
                        <a:t>link</a:t>
                      </a:r>
                      <a:r>
                        <a:rPr lang="es-ES" sz="1600" kern="1200" noProof="0" dirty="0">
                          <a:solidFill>
                            <a:schemeClr val="dk1"/>
                          </a:solidFill>
                          <a:latin typeface="+mn-lt"/>
                          <a:ea typeface="+mn-ea"/>
                          <a:cs typeface="+mn-cs"/>
                        </a:rPr>
                        <a:t>)</a:t>
                      </a: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Dados </a:t>
                      </a:r>
                      <a:r>
                        <a:rPr lang="es-ES" sz="1600" kern="1200" noProof="0" dirty="0" err="1">
                          <a:solidFill>
                            <a:schemeClr val="dk1"/>
                          </a:solidFill>
                          <a:latin typeface="+mn-lt"/>
                          <a:ea typeface="+mn-ea"/>
                          <a:cs typeface="+mn-cs"/>
                        </a:rPr>
                        <a:t>Abertos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13"/>
                        </a:rPr>
                        <a:t>link</a:t>
                      </a:r>
                      <a:r>
                        <a:rPr lang="es-ES" sz="1600" kern="1200" noProof="0" dirty="0">
                          <a:solidFill>
                            <a:schemeClr val="dk1"/>
                          </a:solidFill>
                          <a:latin typeface="+mn-lt"/>
                          <a:ea typeface="+mn-ea"/>
                          <a:cs typeface="+mn-cs"/>
                        </a:rPr>
                        <a:t>)</a:t>
                      </a:r>
                    </a:p>
                  </a:txBody>
                  <a:tcPr>
                    <a:noFill/>
                  </a:tcPr>
                </a:tc>
                <a:extLst>
                  <a:ext uri="{0D108BD9-81ED-4DB2-BD59-A6C34878D82A}">
                    <a16:rowId xmlns:a16="http://schemas.microsoft.com/office/drawing/2014/main" val="3288223916"/>
                  </a:ext>
                </a:extLst>
              </a:tr>
            </a:tbl>
          </a:graphicData>
        </a:graphic>
      </p:graphicFrame>
      <p:pic>
        <p:nvPicPr>
          <p:cNvPr id="10" name="Picture 9">
            <a:hlinkClick r:id="rId14"/>
            <a:extLst>
              <a:ext uri="{FF2B5EF4-FFF2-40B4-BE49-F238E27FC236}">
                <a16:creationId xmlns:a16="http://schemas.microsoft.com/office/drawing/2014/main" id="{42A66522-83EB-E2A5-7B06-31E5AAEEA9EB}"/>
              </a:ext>
            </a:extLst>
          </p:cNvPr>
          <p:cNvPicPr>
            <a:picLocks noChangeAspect="1"/>
          </p:cNvPicPr>
          <p:nvPr/>
        </p:nvPicPr>
        <p:blipFill>
          <a:blip r:embed="rId15"/>
          <a:stretch>
            <a:fillRect/>
          </a:stretch>
        </p:blipFill>
        <p:spPr>
          <a:xfrm>
            <a:off x="847013" y="4618337"/>
            <a:ext cx="1560413" cy="1457528"/>
          </a:xfrm>
          <a:prstGeom prst="rect">
            <a:avLst/>
          </a:prstGeom>
        </p:spPr>
      </p:pic>
      <p:graphicFrame>
        <p:nvGraphicFramePr>
          <p:cNvPr id="16" name="Table 5">
            <a:extLst>
              <a:ext uri="{FF2B5EF4-FFF2-40B4-BE49-F238E27FC236}">
                <a16:creationId xmlns:a16="http://schemas.microsoft.com/office/drawing/2014/main" id="{9694B3C6-8CBB-234F-910D-AD399204C7F2}"/>
              </a:ext>
            </a:extLst>
          </p:cNvPr>
          <p:cNvGraphicFramePr>
            <a:graphicFrameLocks/>
          </p:cNvGraphicFramePr>
          <p:nvPr>
            <p:extLst>
              <p:ext uri="{D42A27DB-BD31-4B8C-83A1-F6EECF244321}">
                <p14:modId xmlns:p14="http://schemas.microsoft.com/office/powerpoint/2010/main" val="407742826"/>
              </p:ext>
            </p:extLst>
          </p:nvPr>
        </p:nvGraphicFramePr>
        <p:xfrm>
          <a:off x="666750" y="6591300"/>
          <a:ext cx="5657850" cy="3049053"/>
        </p:xfrm>
        <a:graphic>
          <a:graphicData uri="http://schemas.openxmlformats.org/drawingml/2006/table">
            <a:tbl>
              <a:tblPr firstRow="1" bandRow="1">
                <a:tableStyleId>{5C22544A-7EE6-4342-B048-85BDC9FD1C3A}</a:tableStyleId>
              </a:tblPr>
              <a:tblGrid>
                <a:gridCol w="1847850">
                  <a:extLst>
                    <a:ext uri="{9D8B030D-6E8A-4147-A177-3AD203B41FA5}">
                      <a16:colId xmlns:a16="http://schemas.microsoft.com/office/drawing/2014/main" val="4289972319"/>
                    </a:ext>
                  </a:extLst>
                </a:gridCol>
                <a:gridCol w="3810000">
                  <a:extLst>
                    <a:ext uri="{9D8B030D-6E8A-4147-A177-3AD203B41FA5}">
                      <a16:colId xmlns:a16="http://schemas.microsoft.com/office/drawing/2014/main" val="2619954489"/>
                    </a:ext>
                  </a:extLst>
                </a:gridCol>
              </a:tblGrid>
              <a:tr h="435139">
                <a:tc>
                  <a:txBody>
                    <a:bodyPr/>
                    <a:lstStyle/>
                    <a:p>
                      <a:pPr algn="l"/>
                      <a:r>
                        <a:rPr lang="es-ES" noProof="0" dirty="0"/>
                        <a:t>Portal</a:t>
                      </a:r>
                    </a:p>
                  </a:txBody>
                  <a:tcPr anchor="ctr">
                    <a:solidFill>
                      <a:schemeClr val="accent6">
                        <a:lumMod val="50000"/>
                      </a:schemeClr>
                    </a:solidFill>
                  </a:tcPr>
                </a:tc>
                <a:tc>
                  <a:txBody>
                    <a:bodyPr/>
                    <a:lstStyle/>
                    <a:p>
                      <a:pPr algn="l"/>
                      <a:r>
                        <a:rPr lang="es-ES" noProof="0" dirty="0"/>
                        <a:t>Portal BASE</a:t>
                      </a:r>
                    </a:p>
                  </a:txBody>
                  <a:tcPr anchor="ctr">
                    <a:solidFill>
                      <a:schemeClr val="accent6">
                        <a:lumMod val="50000"/>
                      </a:schemeClr>
                    </a:solidFill>
                  </a:tcPr>
                </a:tc>
                <a:extLst>
                  <a:ext uri="{0D108BD9-81ED-4DB2-BD59-A6C34878D82A}">
                    <a16:rowId xmlns:a16="http://schemas.microsoft.com/office/drawing/2014/main" val="2389528094"/>
                  </a:ext>
                </a:extLst>
              </a:tr>
              <a:tr h="1597468">
                <a:tc>
                  <a:txBody>
                    <a:bodyPr/>
                    <a:lstStyle/>
                    <a:p>
                      <a:pPr>
                        <a:lnSpc>
                          <a:spcPct val="150000"/>
                        </a:lnSpc>
                      </a:pPr>
                      <a:endParaRPr lang="es-ES" noProof="0" dirty="0"/>
                    </a:p>
                  </a:txBody>
                  <a:tcPr>
                    <a:noFill/>
                  </a:tcPr>
                </a:tc>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1600" kern="1200" noProof="0" dirty="0">
                          <a:solidFill>
                            <a:schemeClr val="dk1"/>
                          </a:solidFill>
                          <a:latin typeface="+mn-lt"/>
                          <a:ea typeface="+mn-ea"/>
                          <a:cs typeface="+mn-cs"/>
                        </a:rPr>
                        <a:t>O Portal BASE centraliza a </a:t>
                      </a:r>
                      <a:r>
                        <a:rPr lang="es-ES" sz="1600" kern="1200" noProof="0" dirty="0" err="1">
                          <a:solidFill>
                            <a:schemeClr val="dk1"/>
                          </a:solidFill>
                          <a:latin typeface="+mn-lt"/>
                          <a:ea typeface="+mn-ea"/>
                          <a:cs typeface="+mn-cs"/>
                        </a:rPr>
                        <a:t>informação</a:t>
                      </a:r>
                      <a:r>
                        <a:rPr lang="es-ES" sz="1600" kern="1200" noProof="0" dirty="0">
                          <a:solidFill>
                            <a:schemeClr val="dk1"/>
                          </a:solidFill>
                          <a:latin typeface="+mn-lt"/>
                          <a:ea typeface="+mn-ea"/>
                          <a:cs typeface="+mn-cs"/>
                        </a:rPr>
                        <a:t> sobre os contratos públicos (</a:t>
                      </a:r>
                      <a:r>
                        <a:rPr lang="es-ES" sz="1600" kern="1200" noProof="0" dirty="0">
                          <a:solidFill>
                            <a:schemeClr val="dk1"/>
                          </a:solidFill>
                          <a:latin typeface="+mn-lt"/>
                          <a:ea typeface="+mn-ea"/>
                          <a:cs typeface="+mn-cs"/>
                          <a:hlinkClick r:id="rId16"/>
                        </a:rPr>
                        <a:t>link</a:t>
                      </a:r>
                      <a:r>
                        <a:rPr lang="es-ES" sz="1600" kern="1200" noProof="0" dirty="0">
                          <a:solidFill>
                            <a:schemeClr val="dk1"/>
                          </a:solidFill>
                          <a:latin typeface="+mn-lt"/>
                          <a:ea typeface="+mn-ea"/>
                          <a:cs typeface="+mn-cs"/>
                        </a:rPr>
                        <a:t>)</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1600" kern="1200" noProof="0" dirty="0">
                          <a:solidFill>
                            <a:schemeClr val="dk1"/>
                          </a:solidFill>
                          <a:latin typeface="+mn-lt"/>
                          <a:ea typeface="+mn-ea"/>
                          <a:cs typeface="+mn-cs"/>
                        </a:rPr>
                        <a:t>Contratos (</a:t>
                      </a:r>
                      <a:r>
                        <a:rPr lang="es-ES" sz="1600" kern="1200" noProof="0" dirty="0">
                          <a:solidFill>
                            <a:schemeClr val="dk1"/>
                          </a:solidFill>
                          <a:latin typeface="+mn-lt"/>
                          <a:ea typeface="+mn-ea"/>
                          <a:cs typeface="+mn-cs"/>
                          <a:hlinkClick r:id="rId17"/>
                        </a:rPr>
                        <a:t>link</a:t>
                      </a:r>
                      <a:r>
                        <a:rPr lang="es-ES" sz="1600" kern="1200" noProof="0" dirty="0">
                          <a:solidFill>
                            <a:schemeClr val="dk1"/>
                          </a:solidFill>
                          <a:latin typeface="+mn-lt"/>
                          <a:ea typeface="+mn-ea"/>
                          <a:cs typeface="+mn-cs"/>
                        </a:rPr>
                        <a:t>)</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1600" kern="1200" noProof="0" dirty="0" err="1">
                          <a:solidFill>
                            <a:schemeClr val="dk1"/>
                          </a:solidFill>
                          <a:latin typeface="+mn-lt"/>
                          <a:ea typeface="+mn-ea"/>
                          <a:cs typeface="+mn-cs"/>
                        </a:rPr>
                        <a:t>Anúncios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18"/>
                        </a:rPr>
                        <a:t>link</a:t>
                      </a:r>
                      <a:r>
                        <a:rPr lang="es-ES" sz="1600" kern="1200" noProof="0" dirty="0">
                          <a:solidFill>
                            <a:schemeClr val="dk1"/>
                          </a:solidFill>
                          <a:latin typeface="+mn-lt"/>
                          <a:ea typeface="+mn-ea"/>
                          <a:cs typeface="+mn-cs"/>
                        </a:rPr>
                        <a:t>)</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1600" kern="1200" noProof="0" dirty="0">
                          <a:solidFill>
                            <a:schemeClr val="dk1"/>
                          </a:solidFill>
                          <a:latin typeface="+mn-lt"/>
                          <a:ea typeface="+mn-ea"/>
                          <a:cs typeface="+mn-cs"/>
                        </a:rPr>
                        <a:t>Entidades (</a:t>
                      </a:r>
                      <a:r>
                        <a:rPr lang="es-ES" sz="1600" kern="1200" noProof="0" dirty="0">
                          <a:solidFill>
                            <a:schemeClr val="dk1"/>
                          </a:solidFill>
                          <a:latin typeface="+mn-lt"/>
                          <a:ea typeface="+mn-ea"/>
                          <a:cs typeface="+mn-cs"/>
                          <a:hlinkClick r:id="rId19"/>
                        </a:rPr>
                        <a:t>link</a:t>
                      </a:r>
                      <a:r>
                        <a:rPr lang="es-ES" sz="1600" kern="1200" noProof="0" dirty="0">
                          <a:solidFill>
                            <a:schemeClr val="dk1"/>
                          </a:solidFill>
                          <a:latin typeface="+mn-lt"/>
                          <a:ea typeface="+mn-ea"/>
                          <a:cs typeface="+mn-cs"/>
                        </a:rPr>
                        <a:t>)</a:t>
                      </a:r>
                    </a:p>
                    <a:p>
                      <a:pPr marL="742950" marR="0" lvl="1"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1600" kern="1200" noProof="0" dirty="0">
                          <a:solidFill>
                            <a:schemeClr val="dk1"/>
                          </a:solidFill>
                          <a:latin typeface="+mn-lt"/>
                          <a:ea typeface="+mn-ea"/>
                          <a:cs typeface="+mn-cs"/>
                        </a:rPr>
                        <a:t>Empresas e </a:t>
                      </a:r>
                      <a:r>
                        <a:rPr lang="es-ES" sz="1600" kern="1200" noProof="0" dirty="0" err="1">
                          <a:solidFill>
                            <a:schemeClr val="dk1"/>
                          </a:solidFill>
                          <a:latin typeface="+mn-lt"/>
                          <a:ea typeface="+mn-ea"/>
                          <a:cs typeface="+mn-cs"/>
                        </a:rPr>
                        <a:t>Pessoas</a:t>
                      </a:r>
                      <a:endParaRPr lang="es-ES" sz="1600" kern="1200" noProof="0" dirty="0">
                        <a:solidFill>
                          <a:schemeClr val="dk1"/>
                        </a:solidFill>
                        <a:latin typeface="+mn-lt"/>
                        <a:ea typeface="+mn-ea"/>
                        <a:cs typeface="+mn-cs"/>
                      </a:endParaRP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1600" kern="1200" noProof="0" dirty="0">
                          <a:solidFill>
                            <a:schemeClr val="dk1"/>
                          </a:solidFill>
                          <a:latin typeface="+mn-lt"/>
                          <a:ea typeface="+mn-ea"/>
                          <a:cs typeface="+mn-cs"/>
                        </a:rPr>
                        <a:t>Indicadores (</a:t>
                      </a:r>
                      <a:r>
                        <a:rPr lang="es-ES" sz="1600" kern="1200" noProof="0" dirty="0">
                          <a:solidFill>
                            <a:schemeClr val="dk1"/>
                          </a:solidFill>
                          <a:latin typeface="+mn-lt"/>
                          <a:ea typeface="+mn-ea"/>
                          <a:cs typeface="+mn-cs"/>
                          <a:hlinkClick r:id="rId20"/>
                        </a:rPr>
                        <a:t>link</a:t>
                      </a:r>
                      <a:r>
                        <a:rPr lang="es-ES" sz="1600" kern="1200" noProof="0" dirty="0">
                          <a:solidFill>
                            <a:schemeClr val="dk1"/>
                          </a:solidFill>
                          <a:latin typeface="+mn-lt"/>
                          <a:ea typeface="+mn-ea"/>
                          <a:cs typeface="+mn-cs"/>
                        </a:rPr>
                        <a:t>)</a:t>
                      </a:r>
                    </a:p>
                  </a:txBody>
                  <a:tcPr>
                    <a:noFill/>
                  </a:tcPr>
                </a:tc>
                <a:extLst>
                  <a:ext uri="{0D108BD9-81ED-4DB2-BD59-A6C34878D82A}">
                    <a16:rowId xmlns:a16="http://schemas.microsoft.com/office/drawing/2014/main" val="3288223916"/>
                  </a:ext>
                </a:extLst>
              </a:tr>
            </a:tbl>
          </a:graphicData>
        </a:graphic>
      </p:graphicFrame>
      <p:pic>
        <p:nvPicPr>
          <p:cNvPr id="17" name="Picture 16">
            <a:hlinkClick r:id="rId16"/>
            <a:extLst>
              <a:ext uri="{FF2B5EF4-FFF2-40B4-BE49-F238E27FC236}">
                <a16:creationId xmlns:a16="http://schemas.microsoft.com/office/drawing/2014/main" id="{F213EA92-6F0C-0C7E-FB9B-66CA1999D27C}"/>
              </a:ext>
            </a:extLst>
          </p:cNvPr>
          <p:cNvPicPr>
            <a:picLocks noChangeAspect="1"/>
          </p:cNvPicPr>
          <p:nvPr/>
        </p:nvPicPr>
        <p:blipFill>
          <a:blip r:embed="rId21"/>
          <a:stretch>
            <a:fillRect/>
          </a:stretch>
        </p:blipFill>
        <p:spPr>
          <a:xfrm>
            <a:off x="847012" y="7256785"/>
            <a:ext cx="1560413" cy="1457528"/>
          </a:xfrm>
          <a:prstGeom prst="rect">
            <a:avLst/>
          </a:prstGeom>
        </p:spPr>
      </p:pic>
      <p:graphicFrame>
        <p:nvGraphicFramePr>
          <p:cNvPr id="24" name="Table 5">
            <a:extLst>
              <a:ext uri="{FF2B5EF4-FFF2-40B4-BE49-F238E27FC236}">
                <a16:creationId xmlns:a16="http://schemas.microsoft.com/office/drawing/2014/main" id="{3052683D-0C37-6B0D-DBFD-BE0C4CD74FBF}"/>
              </a:ext>
            </a:extLst>
          </p:cNvPr>
          <p:cNvGraphicFramePr>
            <a:graphicFrameLocks/>
          </p:cNvGraphicFramePr>
          <p:nvPr>
            <p:extLst>
              <p:ext uri="{D42A27DB-BD31-4B8C-83A1-F6EECF244321}">
                <p14:modId xmlns:p14="http://schemas.microsoft.com/office/powerpoint/2010/main" val="1379181259"/>
              </p:ext>
            </p:extLst>
          </p:nvPr>
        </p:nvGraphicFramePr>
        <p:xfrm>
          <a:off x="6504863" y="1610122"/>
          <a:ext cx="5657849" cy="2294792"/>
        </p:xfrm>
        <a:graphic>
          <a:graphicData uri="http://schemas.openxmlformats.org/drawingml/2006/table">
            <a:tbl>
              <a:tblPr firstRow="1" bandRow="1">
                <a:tableStyleId>{5C22544A-7EE6-4342-B048-85BDC9FD1C3A}</a:tableStyleId>
              </a:tblPr>
              <a:tblGrid>
                <a:gridCol w="1877137">
                  <a:extLst>
                    <a:ext uri="{9D8B030D-6E8A-4147-A177-3AD203B41FA5}">
                      <a16:colId xmlns:a16="http://schemas.microsoft.com/office/drawing/2014/main" val="4289972319"/>
                    </a:ext>
                  </a:extLst>
                </a:gridCol>
                <a:gridCol w="3780712">
                  <a:extLst>
                    <a:ext uri="{9D8B030D-6E8A-4147-A177-3AD203B41FA5}">
                      <a16:colId xmlns:a16="http://schemas.microsoft.com/office/drawing/2014/main" val="2619954489"/>
                    </a:ext>
                  </a:extLst>
                </a:gridCol>
              </a:tblGrid>
              <a:tr h="491267">
                <a:tc>
                  <a:txBody>
                    <a:bodyPr/>
                    <a:lstStyle/>
                    <a:p>
                      <a:pPr algn="l"/>
                      <a:r>
                        <a:rPr lang="es-ES" noProof="0" dirty="0"/>
                        <a:t>Portal</a:t>
                      </a:r>
                    </a:p>
                  </a:txBody>
                  <a:tcPr anchor="ctr">
                    <a:solidFill>
                      <a:schemeClr val="accent6">
                        <a:lumMod val="50000"/>
                      </a:schemeClr>
                    </a:solidFill>
                  </a:tcPr>
                </a:tc>
                <a:tc>
                  <a:txBody>
                    <a:bodyPr/>
                    <a:lstStyle/>
                    <a:p>
                      <a:pPr algn="l"/>
                      <a:r>
                        <a:rPr lang="es-ES" noProof="0" dirty="0" err="1"/>
                        <a:t>Publicações</a:t>
                      </a:r>
                      <a:r>
                        <a:rPr lang="es-ES" noProof="0" dirty="0"/>
                        <a:t> de Atos </a:t>
                      </a:r>
                      <a:r>
                        <a:rPr lang="es-ES" noProof="0" dirty="0" err="1"/>
                        <a:t>Societários</a:t>
                      </a:r>
                      <a:endParaRPr lang="es-ES" noProof="0" dirty="0"/>
                    </a:p>
                  </a:txBody>
                  <a:tcPr anchor="ctr">
                    <a:solidFill>
                      <a:schemeClr val="accent6">
                        <a:lumMod val="50000"/>
                      </a:schemeClr>
                    </a:solidFill>
                  </a:tcPr>
                </a:tc>
                <a:extLst>
                  <a:ext uri="{0D108BD9-81ED-4DB2-BD59-A6C34878D82A}">
                    <a16:rowId xmlns:a16="http://schemas.microsoft.com/office/drawing/2014/main" val="2389528094"/>
                  </a:ext>
                </a:extLst>
              </a:tr>
              <a:tr h="1803525">
                <a:tc>
                  <a:txBody>
                    <a:bodyPr/>
                    <a:lstStyle/>
                    <a:p>
                      <a:pPr>
                        <a:lnSpc>
                          <a:spcPct val="150000"/>
                        </a:lnSpc>
                      </a:pPr>
                      <a:endParaRPr lang="es-ES" noProof="0" dirty="0"/>
                    </a:p>
                  </a:txBody>
                  <a:tcPr>
                    <a:noFill/>
                  </a:tcPr>
                </a:tc>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1600" kern="1200" noProof="0" dirty="0">
                          <a:solidFill>
                            <a:schemeClr val="dk1"/>
                          </a:solidFill>
                          <a:latin typeface="+mn-lt"/>
                          <a:ea typeface="+mn-ea"/>
                          <a:cs typeface="+mn-cs"/>
                        </a:rPr>
                        <a:t>Consultar e pesquisar todas as </a:t>
                      </a:r>
                      <a:r>
                        <a:rPr lang="es-ES" sz="1600" kern="1200" noProof="0" dirty="0" err="1">
                          <a:solidFill>
                            <a:schemeClr val="dk1"/>
                          </a:solidFill>
                          <a:latin typeface="+mn-lt"/>
                          <a:ea typeface="+mn-ea"/>
                          <a:cs typeface="+mn-cs"/>
                        </a:rPr>
                        <a:t>publicações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22"/>
                        </a:rPr>
                        <a:t>link</a:t>
                      </a:r>
                      <a:r>
                        <a:rPr lang="es-ES" sz="1600" kern="1200" noProof="0" dirty="0">
                          <a:solidFill>
                            <a:schemeClr val="dk1"/>
                          </a:solidFill>
                          <a:latin typeface="+mn-lt"/>
                          <a:ea typeface="+mn-ea"/>
                          <a:cs typeface="+mn-cs"/>
                        </a:rPr>
                        <a:t>)</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lang="es-ES" sz="1600" kern="1200" noProof="0" dirty="0">
                        <a:solidFill>
                          <a:schemeClr val="dk1"/>
                        </a:solidFill>
                        <a:latin typeface="+mn-lt"/>
                        <a:ea typeface="+mn-ea"/>
                        <a:cs typeface="+mn-cs"/>
                      </a:endParaRPr>
                    </a:p>
                  </a:txBody>
                  <a:tcPr>
                    <a:noFill/>
                  </a:tcPr>
                </a:tc>
                <a:extLst>
                  <a:ext uri="{0D108BD9-81ED-4DB2-BD59-A6C34878D82A}">
                    <a16:rowId xmlns:a16="http://schemas.microsoft.com/office/drawing/2014/main" val="3288223916"/>
                  </a:ext>
                </a:extLst>
              </a:tr>
            </a:tbl>
          </a:graphicData>
        </a:graphic>
      </p:graphicFrame>
      <p:pic>
        <p:nvPicPr>
          <p:cNvPr id="25" name="Picture 24">
            <a:hlinkClick r:id="rId23"/>
            <a:extLst>
              <a:ext uri="{FF2B5EF4-FFF2-40B4-BE49-F238E27FC236}">
                <a16:creationId xmlns:a16="http://schemas.microsoft.com/office/drawing/2014/main" id="{8F861543-C542-E3AD-F87A-6C70A506F650}"/>
              </a:ext>
            </a:extLst>
          </p:cNvPr>
          <p:cNvPicPr>
            <a:picLocks noChangeAspect="1"/>
          </p:cNvPicPr>
          <p:nvPr/>
        </p:nvPicPr>
        <p:blipFill>
          <a:blip r:embed="rId24"/>
          <a:stretch>
            <a:fillRect/>
          </a:stretch>
        </p:blipFill>
        <p:spPr>
          <a:xfrm>
            <a:off x="6685125" y="2275607"/>
            <a:ext cx="1560413" cy="1457528"/>
          </a:xfrm>
          <a:prstGeom prst="rect">
            <a:avLst/>
          </a:prstGeom>
        </p:spPr>
      </p:pic>
      <p:graphicFrame>
        <p:nvGraphicFramePr>
          <p:cNvPr id="27" name="Table 5">
            <a:extLst>
              <a:ext uri="{FF2B5EF4-FFF2-40B4-BE49-F238E27FC236}">
                <a16:creationId xmlns:a16="http://schemas.microsoft.com/office/drawing/2014/main" id="{54B31559-0154-146A-BE4C-265C03E7154A}"/>
              </a:ext>
            </a:extLst>
          </p:cNvPr>
          <p:cNvGraphicFramePr>
            <a:graphicFrameLocks/>
          </p:cNvGraphicFramePr>
          <p:nvPr>
            <p:extLst>
              <p:ext uri="{D42A27DB-BD31-4B8C-83A1-F6EECF244321}">
                <p14:modId xmlns:p14="http://schemas.microsoft.com/office/powerpoint/2010/main" val="2060621541"/>
              </p:ext>
            </p:extLst>
          </p:nvPr>
        </p:nvGraphicFramePr>
        <p:xfrm>
          <a:off x="6491642" y="3999664"/>
          <a:ext cx="5671069" cy="2317533"/>
        </p:xfrm>
        <a:graphic>
          <a:graphicData uri="http://schemas.openxmlformats.org/drawingml/2006/table">
            <a:tbl>
              <a:tblPr firstRow="1" bandRow="1">
                <a:tableStyleId>{5C22544A-7EE6-4342-B048-85BDC9FD1C3A}</a:tableStyleId>
              </a:tblPr>
              <a:tblGrid>
                <a:gridCol w="1890358">
                  <a:extLst>
                    <a:ext uri="{9D8B030D-6E8A-4147-A177-3AD203B41FA5}">
                      <a16:colId xmlns:a16="http://schemas.microsoft.com/office/drawing/2014/main" val="4289972319"/>
                    </a:ext>
                  </a:extLst>
                </a:gridCol>
                <a:gridCol w="3780711">
                  <a:extLst>
                    <a:ext uri="{9D8B030D-6E8A-4147-A177-3AD203B41FA5}">
                      <a16:colId xmlns:a16="http://schemas.microsoft.com/office/drawing/2014/main" val="2619954489"/>
                    </a:ext>
                  </a:extLst>
                </a:gridCol>
              </a:tblGrid>
              <a:tr h="496136">
                <a:tc>
                  <a:txBody>
                    <a:bodyPr/>
                    <a:lstStyle/>
                    <a:p>
                      <a:pPr algn="l"/>
                      <a:r>
                        <a:rPr lang="es-ES" noProof="0" dirty="0"/>
                        <a:t>Portal</a:t>
                      </a:r>
                    </a:p>
                  </a:txBody>
                  <a:tcPr anchor="ctr">
                    <a:solidFill>
                      <a:schemeClr val="accent6">
                        <a:lumMod val="50000"/>
                      </a:schemeClr>
                    </a:solidFill>
                  </a:tcPr>
                </a:tc>
                <a:tc>
                  <a:txBody>
                    <a:bodyPr/>
                    <a:lstStyle/>
                    <a:p>
                      <a:pPr algn="l"/>
                      <a:endParaRPr lang="es-ES" noProof="0" dirty="0"/>
                    </a:p>
                  </a:txBody>
                  <a:tcPr anchor="ctr">
                    <a:solidFill>
                      <a:schemeClr val="accent6">
                        <a:lumMod val="50000"/>
                      </a:schemeClr>
                    </a:solidFill>
                  </a:tcPr>
                </a:tc>
                <a:extLst>
                  <a:ext uri="{0D108BD9-81ED-4DB2-BD59-A6C34878D82A}">
                    <a16:rowId xmlns:a16="http://schemas.microsoft.com/office/drawing/2014/main" val="2389528094"/>
                  </a:ext>
                </a:extLst>
              </a:tr>
              <a:tr h="1821397">
                <a:tc>
                  <a:txBody>
                    <a:bodyPr/>
                    <a:lstStyle/>
                    <a:p>
                      <a:pPr>
                        <a:lnSpc>
                          <a:spcPct val="150000"/>
                        </a:lnSpc>
                      </a:pPr>
                      <a:endParaRPr lang="es-ES" noProof="0" dirty="0"/>
                    </a:p>
                  </a:txBody>
                  <a:tcPr>
                    <a:noFill/>
                  </a:tcPr>
                </a:tc>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1600" kern="1200" noProof="0" dirty="0">
                          <a:solidFill>
                            <a:schemeClr val="dk1"/>
                          </a:solidFill>
                          <a:latin typeface="+mn-lt"/>
                          <a:ea typeface="+mn-ea"/>
                          <a:cs typeface="+mn-cs"/>
                        </a:rPr>
                        <a:t>Pesquisa (</a:t>
                      </a:r>
                      <a:r>
                        <a:rPr lang="es-ES" sz="1600" kern="1200" noProof="0" dirty="0">
                          <a:solidFill>
                            <a:schemeClr val="dk1"/>
                          </a:solidFill>
                          <a:latin typeface="+mn-lt"/>
                          <a:ea typeface="+mn-ea"/>
                          <a:cs typeface="+mn-cs"/>
                          <a:hlinkClick r:id="rId25"/>
                        </a:rPr>
                        <a:t>link</a:t>
                      </a:r>
                      <a:r>
                        <a:rPr lang="es-ES" sz="1600" kern="1200" noProof="0" dirty="0">
                          <a:solidFill>
                            <a:schemeClr val="dk1"/>
                          </a:solidFill>
                          <a:latin typeface="+mn-lt"/>
                          <a:ea typeface="+mn-ea"/>
                          <a:cs typeface="+mn-cs"/>
                        </a:rPr>
                        <a:t>)</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lang="es-ES" sz="1600" kern="1200" noProof="0" dirty="0">
                        <a:solidFill>
                          <a:schemeClr val="dk1"/>
                        </a:solidFill>
                        <a:latin typeface="+mn-lt"/>
                        <a:ea typeface="+mn-ea"/>
                        <a:cs typeface="+mn-cs"/>
                      </a:endParaRP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1600" kern="1200" noProof="0" dirty="0">
                          <a:solidFill>
                            <a:schemeClr val="dk1"/>
                          </a:solidFill>
                          <a:latin typeface="+mn-lt"/>
                          <a:ea typeface="+mn-ea"/>
                          <a:cs typeface="+mn-cs"/>
                        </a:rPr>
                        <a:t>Site alternativo – DRE Tretas (</a:t>
                      </a:r>
                      <a:r>
                        <a:rPr lang="es-ES" sz="1600" kern="1200" noProof="0" dirty="0">
                          <a:solidFill>
                            <a:schemeClr val="dk1"/>
                          </a:solidFill>
                          <a:latin typeface="+mn-lt"/>
                          <a:ea typeface="+mn-ea"/>
                          <a:cs typeface="+mn-cs"/>
                          <a:hlinkClick r:id="rId26"/>
                        </a:rPr>
                        <a:t>link</a:t>
                      </a:r>
                      <a:r>
                        <a:rPr lang="es-ES" sz="1600" kern="1200" noProof="0" dirty="0">
                          <a:solidFill>
                            <a:schemeClr val="dk1"/>
                          </a:solidFill>
                          <a:latin typeface="+mn-lt"/>
                          <a:ea typeface="+mn-ea"/>
                          <a:cs typeface="+mn-cs"/>
                        </a:rPr>
                        <a:t>)</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lang="es-ES" sz="1600" kern="1200" noProof="0" dirty="0">
                        <a:solidFill>
                          <a:schemeClr val="dk1"/>
                        </a:solidFill>
                        <a:latin typeface="+mn-lt"/>
                        <a:ea typeface="+mn-ea"/>
                        <a:cs typeface="+mn-cs"/>
                      </a:endParaRPr>
                    </a:p>
                  </a:txBody>
                  <a:tcPr>
                    <a:noFill/>
                  </a:tcPr>
                </a:tc>
                <a:extLst>
                  <a:ext uri="{0D108BD9-81ED-4DB2-BD59-A6C34878D82A}">
                    <a16:rowId xmlns:a16="http://schemas.microsoft.com/office/drawing/2014/main" val="3288223916"/>
                  </a:ext>
                </a:extLst>
              </a:tr>
            </a:tbl>
          </a:graphicData>
        </a:graphic>
      </p:graphicFrame>
      <p:pic>
        <p:nvPicPr>
          <p:cNvPr id="28" name="Picture 27">
            <a:hlinkClick r:id="rId27"/>
            <a:extLst>
              <a:ext uri="{FF2B5EF4-FFF2-40B4-BE49-F238E27FC236}">
                <a16:creationId xmlns:a16="http://schemas.microsoft.com/office/drawing/2014/main" id="{14B4DD32-DDF5-B2B6-BECB-915A3181E750}"/>
              </a:ext>
            </a:extLst>
          </p:cNvPr>
          <p:cNvPicPr>
            <a:picLocks noChangeAspect="1"/>
          </p:cNvPicPr>
          <p:nvPr/>
        </p:nvPicPr>
        <p:blipFill>
          <a:blip r:embed="rId28"/>
          <a:stretch>
            <a:fillRect/>
          </a:stretch>
        </p:blipFill>
        <p:spPr>
          <a:xfrm>
            <a:off x="6692264" y="4665149"/>
            <a:ext cx="1554697" cy="1457528"/>
          </a:xfrm>
          <a:prstGeom prst="rect">
            <a:avLst/>
          </a:prstGeom>
        </p:spPr>
      </p:pic>
      <p:graphicFrame>
        <p:nvGraphicFramePr>
          <p:cNvPr id="30" name="Table 5">
            <a:extLst>
              <a:ext uri="{FF2B5EF4-FFF2-40B4-BE49-F238E27FC236}">
                <a16:creationId xmlns:a16="http://schemas.microsoft.com/office/drawing/2014/main" id="{FA5D1684-8F1C-3348-35C8-745D1B2C811E}"/>
              </a:ext>
            </a:extLst>
          </p:cNvPr>
          <p:cNvGraphicFramePr>
            <a:graphicFrameLocks/>
          </p:cNvGraphicFramePr>
          <p:nvPr>
            <p:extLst>
              <p:ext uri="{D42A27DB-BD31-4B8C-83A1-F6EECF244321}">
                <p14:modId xmlns:p14="http://schemas.microsoft.com/office/powerpoint/2010/main" val="261031511"/>
              </p:ext>
            </p:extLst>
          </p:nvPr>
        </p:nvGraphicFramePr>
        <p:xfrm>
          <a:off x="6504862" y="6591300"/>
          <a:ext cx="5657849" cy="3049053"/>
        </p:xfrm>
        <a:graphic>
          <a:graphicData uri="http://schemas.openxmlformats.org/drawingml/2006/table">
            <a:tbl>
              <a:tblPr firstRow="1" bandRow="1">
                <a:tableStyleId>{5C22544A-7EE6-4342-B048-85BDC9FD1C3A}</a:tableStyleId>
              </a:tblPr>
              <a:tblGrid>
                <a:gridCol w="5657849">
                  <a:extLst>
                    <a:ext uri="{9D8B030D-6E8A-4147-A177-3AD203B41FA5}">
                      <a16:colId xmlns:a16="http://schemas.microsoft.com/office/drawing/2014/main" val="2619954489"/>
                    </a:ext>
                  </a:extLst>
                </a:gridCol>
              </a:tblGrid>
              <a:tr h="435139">
                <a:tc>
                  <a:txBody>
                    <a:bodyPr/>
                    <a:lstStyle/>
                    <a:p>
                      <a:pPr algn="l"/>
                      <a:endParaRPr lang="es-ES" noProof="0" dirty="0"/>
                    </a:p>
                  </a:txBody>
                  <a:tcPr anchor="ctr">
                    <a:solidFill>
                      <a:schemeClr val="accent6">
                        <a:lumMod val="50000"/>
                      </a:schemeClr>
                    </a:solidFill>
                  </a:tcPr>
                </a:tc>
                <a:extLst>
                  <a:ext uri="{0D108BD9-81ED-4DB2-BD59-A6C34878D82A}">
                    <a16:rowId xmlns:a16="http://schemas.microsoft.com/office/drawing/2014/main" val="2389528094"/>
                  </a:ext>
                </a:extLst>
              </a:tr>
              <a:tr h="1306855">
                <a:tc>
                  <a:txBody>
                    <a:bodyPr/>
                    <a:lstStyle/>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Lista de </a:t>
                      </a:r>
                      <a:r>
                        <a:rPr lang="es-ES" sz="1600" kern="1200" noProof="0" dirty="0" err="1">
                          <a:solidFill>
                            <a:schemeClr val="dk1"/>
                          </a:solidFill>
                          <a:latin typeface="+mn-lt"/>
                          <a:ea typeface="+mn-ea"/>
                          <a:cs typeface="+mn-cs"/>
                        </a:rPr>
                        <a:t>subvenções</a:t>
                      </a:r>
                      <a:r>
                        <a:rPr lang="es-ES" sz="1600" kern="1200" noProof="0" dirty="0">
                          <a:solidFill>
                            <a:schemeClr val="dk1"/>
                          </a:solidFill>
                          <a:latin typeface="+mn-lt"/>
                          <a:ea typeface="+mn-ea"/>
                          <a:cs typeface="+mn-cs"/>
                        </a:rPr>
                        <a:t> e </a:t>
                      </a:r>
                      <a:r>
                        <a:rPr lang="es-ES" sz="1600" kern="1200" noProof="0" dirty="0" err="1">
                          <a:solidFill>
                            <a:schemeClr val="dk1"/>
                          </a:solidFill>
                          <a:latin typeface="+mn-lt"/>
                          <a:ea typeface="+mn-ea"/>
                          <a:cs typeface="+mn-cs"/>
                        </a:rPr>
                        <a:t>benefícios</a:t>
                      </a:r>
                      <a:r>
                        <a:rPr lang="es-ES" sz="1600" kern="1200" noProof="0" dirty="0">
                          <a:solidFill>
                            <a:schemeClr val="dk1"/>
                          </a:solidFill>
                          <a:latin typeface="+mn-lt"/>
                          <a:ea typeface="+mn-ea"/>
                          <a:cs typeface="+mn-cs"/>
                        </a:rPr>
                        <a:t> públicos e de </a:t>
                      </a:r>
                      <a:r>
                        <a:rPr lang="es-ES" sz="1600" kern="1200" noProof="0" dirty="0" err="1">
                          <a:solidFill>
                            <a:schemeClr val="dk1"/>
                          </a:solidFill>
                          <a:latin typeface="+mn-lt"/>
                          <a:ea typeface="+mn-ea"/>
                          <a:cs typeface="+mn-cs"/>
                        </a:rPr>
                        <a:t>doações</a:t>
                      </a:r>
                      <a:r>
                        <a:rPr lang="es-ES" sz="1600" kern="1200" noProof="0" dirty="0">
                          <a:solidFill>
                            <a:schemeClr val="dk1"/>
                          </a:solidFill>
                          <a:latin typeface="+mn-lt"/>
                          <a:ea typeface="+mn-ea"/>
                          <a:cs typeface="+mn-cs"/>
                        </a:rPr>
                        <a:t> (IGF) (</a:t>
                      </a:r>
                      <a:r>
                        <a:rPr lang="es-ES" sz="1600" kern="1200" noProof="0" dirty="0">
                          <a:solidFill>
                            <a:schemeClr val="dk1"/>
                          </a:solidFill>
                          <a:latin typeface="+mn-lt"/>
                          <a:ea typeface="+mn-ea"/>
                          <a:cs typeface="+mn-cs"/>
                          <a:hlinkClick r:id="rId29"/>
                        </a:rPr>
                        <a:t>link</a:t>
                      </a:r>
                      <a:r>
                        <a:rPr lang="es-ES" sz="1600" kern="1200" noProof="0" dirty="0">
                          <a:solidFill>
                            <a:schemeClr val="dk1"/>
                          </a:solidFill>
                          <a:latin typeface="+mn-lt"/>
                          <a:ea typeface="+mn-ea"/>
                          <a:cs typeface="+mn-cs"/>
                        </a:rPr>
                        <a:t>)</a:t>
                      </a: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Lista pública de </a:t>
                      </a:r>
                      <a:r>
                        <a:rPr lang="es-ES" sz="1600" kern="1200" noProof="0" dirty="0" err="1">
                          <a:solidFill>
                            <a:schemeClr val="dk1"/>
                          </a:solidFill>
                          <a:latin typeface="+mn-lt"/>
                          <a:ea typeface="+mn-ea"/>
                          <a:cs typeface="+mn-cs"/>
                        </a:rPr>
                        <a:t>execuções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30"/>
                        </a:rPr>
                        <a:t>link</a:t>
                      </a:r>
                      <a:r>
                        <a:rPr lang="es-ES" sz="1600" kern="1200" noProof="0" dirty="0">
                          <a:solidFill>
                            <a:schemeClr val="dk1"/>
                          </a:solidFill>
                          <a:latin typeface="+mn-lt"/>
                          <a:ea typeface="+mn-ea"/>
                          <a:cs typeface="+mn-cs"/>
                        </a:rPr>
                        <a:t>)</a:t>
                      </a: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Venda de </a:t>
                      </a:r>
                      <a:r>
                        <a:rPr lang="es-ES" sz="1600" kern="1200" noProof="0" dirty="0" err="1">
                          <a:solidFill>
                            <a:schemeClr val="dk1"/>
                          </a:solidFill>
                          <a:latin typeface="+mn-lt"/>
                          <a:ea typeface="+mn-ea"/>
                          <a:cs typeface="+mn-cs"/>
                        </a:rPr>
                        <a:t>Bens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Penhorados</a:t>
                      </a:r>
                      <a:r>
                        <a:rPr lang="es-ES" sz="1600" kern="1200" noProof="0" dirty="0">
                          <a:solidFill>
                            <a:schemeClr val="dk1"/>
                          </a:solidFill>
                          <a:latin typeface="+mn-lt"/>
                          <a:ea typeface="+mn-ea"/>
                          <a:cs typeface="+mn-cs"/>
                        </a:rPr>
                        <a:t> em </a:t>
                      </a:r>
                      <a:r>
                        <a:rPr lang="es-ES" sz="1600" kern="1200" noProof="0" dirty="0" err="1">
                          <a:solidFill>
                            <a:schemeClr val="dk1"/>
                          </a:solidFill>
                          <a:latin typeface="+mn-lt"/>
                          <a:ea typeface="+mn-ea"/>
                          <a:cs typeface="+mn-cs"/>
                        </a:rPr>
                        <a:t>Processos</a:t>
                      </a:r>
                      <a:r>
                        <a:rPr lang="es-ES" sz="1600" kern="1200" noProof="0" dirty="0">
                          <a:solidFill>
                            <a:schemeClr val="dk1"/>
                          </a:solidFill>
                          <a:latin typeface="+mn-lt"/>
                          <a:ea typeface="+mn-ea"/>
                          <a:cs typeface="+mn-cs"/>
                        </a:rPr>
                        <a:t> Executivos (</a:t>
                      </a:r>
                      <a:r>
                        <a:rPr lang="es-ES" sz="1600" kern="1200" noProof="0" dirty="0">
                          <a:solidFill>
                            <a:schemeClr val="dk1"/>
                          </a:solidFill>
                          <a:latin typeface="+mn-lt"/>
                          <a:ea typeface="+mn-ea"/>
                          <a:cs typeface="+mn-cs"/>
                          <a:hlinkClick r:id="rId31"/>
                        </a:rPr>
                        <a:t>link</a:t>
                      </a:r>
                      <a:r>
                        <a:rPr lang="es-ES" sz="1600" kern="1200" noProof="0" dirty="0">
                          <a:solidFill>
                            <a:schemeClr val="dk1"/>
                          </a:solidFill>
                          <a:latin typeface="+mn-lt"/>
                          <a:ea typeface="+mn-ea"/>
                          <a:cs typeface="+mn-cs"/>
                        </a:rPr>
                        <a:t>)</a:t>
                      </a: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Lista de </a:t>
                      </a:r>
                      <a:r>
                        <a:rPr lang="es-ES" sz="1600" kern="1200" noProof="0" dirty="0" err="1">
                          <a:solidFill>
                            <a:schemeClr val="dk1"/>
                          </a:solidFill>
                          <a:latin typeface="+mn-lt"/>
                          <a:ea typeface="+mn-ea"/>
                          <a:cs typeface="+mn-cs"/>
                        </a:rPr>
                        <a:t>devedores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na</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Segurança</a:t>
                      </a:r>
                      <a:r>
                        <a:rPr lang="es-ES" sz="1600" kern="1200" noProof="0" dirty="0">
                          <a:solidFill>
                            <a:schemeClr val="dk1"/>
                          </a:solidFill>
                          <a:latin typeface="+mn-lt"/>
                          <a:ea typeface="+mn-ea"/>
                          <a:cs typeface="+mn-cs"/>
                        </a:rPr>
                        <a:t> Social (</a:t>
                      </a:r>
                      <a:r>
                        <a:rPr lang="es-ES" sz="1600" kern="1200" noProof="0" dirty="0">
                          <a:solidFill>
                            <a:schemeClr val="dk1"/>
                          </a:solidFill>
                          <a:latin typeface="+mn-lt"/>
                          <a:ea typeface="+mn-ea"/>
                          <a:cs typeface="+mn-cs"/>
                          <a:hlinkClick r:id="rId32"/>
                        </a:rPr>
                        <a:t>link</a:t>
                      </a:r>
                      <a:r>
                        <a:rPr lang="es-ES" sz="1600" kern="1200" noProof="0" dirty="0">
                          <a:solidFill>
                            <a:schemeClr val="dk1"/>
                          </a:solidFill>
                          <a:latin typeface="+mn-lt"/>
                          <a:ea typeface="+mn-ea"/>
                          <a:cs typeface="+mn-cs"/>
                        </a:rPr>
                        <a:t>)</a:t>
                      </a: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Listas de </a:t>
                      </a:r>
                      <a:r>
                        <a:rPr lang="es-ES" sz="1600" kern="1200" noProof="0" dirty="0" err="1">
                          <a:solidFill>
                            <a:schemeClr val="dk1"/>
                          </a:solidFill>
                          <a:latin typeface="+mn-lt"/>
                          <a:ea typeface="+mn-ea"/>
                          <a:cs typeface="+mn-cs"/>
                        </a:rPr>
                        <a:t>Devedores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na</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Autoridade</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Tributária</a:t>
                      </a:r>
                      <a:r>
                        <a:rPr lang="es-ES" sz="1600" kern="1200" noProof="0" dirty="0">
                          <a:solidFill>
                            <a:schemeClr val="dk1"/>
                          </a:solidFill>
                          <a:latin typeface="+mn-lt"/>
                          <a:ea typeface="+mn-ea"/>
                          <a:cs typeface="+mn-cs"/>
                        </a:rPr>
                        <a:t> e </a:t>
                      </a:r>
                      <a:r>
                        <a:rPr lang="es-ES" sz="1600" kern="1200" noProof="0" dirty="0" err="1">
                          <a:solidFill>
                            <a:schemeClr val="dk1"/>
                          </a:solidFill>
                          <a:latin typeface="+mn-lt"/>
                          <a:ea typeface="+mn-ea"/>
                          <a:cs typeface="+mn-cs"/>
                        </a:rPr>
                        <a:t>Aduaneira</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33"/>
                        </a:rPr>
                        <a:t>link</a:t>
                      </a:r>
                      <a:r>
                        <a:rPr lang="es-ES" sz="1600" kern="1200" noProof="0" dirty="0">
                          <a:solidFill>
                            <a:schemeClr val="dk1"/>
                          </a:solidFill>
                          <a:latin typeface="+mn-lt"/>
                          <a:ea typeface="+mn-ea"/>
                          <a:cs typeface="+mn-cs"/>
                        </a:rPr>
                        <a:t>)</a:t>
                      </a:r>
                    </a:p>
                  </a:txBody>
                  <a:tcPr>
                    <a:noFill/>
                  </a:tcPr>
                </a:tc>
                <a:extLst>
                  <a:ext uri="{0D108BD9-81ED-4DB2-BD59-A6C34878D82A}">
                    <a16:rowId xmlns:a16="http://schemas.microsoft.com/office/drawing/2014/main" val="3288223916"/>
                  </a:ext>
                </a:extLst>
              </a:tr>
            </a:tbl>
          </a:graphicData>
        </a:graphic>
      </p:graphicFrame>
      <p:graphicFrame>
        <p:nvGraphicFramePr>
          <p:cNvPr id="36" name="Table 5">
            <a:extLst>
              <a:ext uri="{FF2B5EF4-FFF2-40B4-BE49-F238E27FC236}">
                <a16:creationId xmlns:a16="http://schemas.microsoft.com/office/drawing/2014/main" id="{83D4CD2C-A228-44DE-4D18-50128378C822}"/>
              </a:ext>
            </a:extLst>
          </p:cNvPr>
          <p:cNvGraphicFramePr>
            <a:graphicFrameLocks/>
          </p:cNvGraphicFramePr>
          <p:nvPr>
            <p:extLst>
              <p:ext uri="{D42A27DB-BD31-4B8C-83A1-F6EECF244321}">
                <p14:modId xmlns:p14="http://schemas.microsoft.com/office/powerpoint/2010/main" val="3802879562"/>
              </p:ext>
            </p:extLst>
          </p:nvPr>
        </p:nvGraphicFramePr>
        <p:xfrm>
          <a:off x="12342973" y="1592455"/>
          <a:ext cx="5411627" cy="8163150"/>
        </p:xfrm>
        <a:graphic>
          <a:graphicData uri="http://schemas.openxmlformats.org/drawingml/2006/table">
            <a:tbl>
              <a:tblPr firstRow="1" bandRow="1">
                <a:tableStyleId>{5C22544A-7EE6-4342-B048-85BDC9FD1C3A}</a:tableStyleId>
              </a:tblPr>
              <a:tblGrid>
                <a:gridCol w="5411627">
                  <a:extLst>
                    <a:ext uri="{9D8B030D-6E8A-4147-A177-3AD203B41FA5}">
                      <a16:colId xmlns:a16="http://schemas.microsoft.com/office/drawing/2014/main" val="2619954489"/>
                    </a:ext>
                  </a:extLst>
                </a:gridCol>
              </a:tblGrid>
              <a:tr h="428596">
                <a:tc>
                  <a:txBody>
                    <a:bodyPr/>
                    <a:lstStyle/>
                    <a:p>
                      <a:pPr algn="l"/>
                      <a:endParaRPr lang="es-ES" noProof="0" dirty="0"/>
                    </a:p>
                  </a:txBody>
                  <a:tcPr anchor="ctr">
                    <a:solidFill>
                      <a:schemeClr val="accent6">
                        <a:lumMod val="50000"/>
                      </a:schemeClr>
                    </a:solidFill>
                  </a:tcPr>
                </a:tc>
                <a:extLst>
                  <a:ext uri="{0D108BD9-81ED-4DB2-BD59-A6C34878D82A}">
                    <a16:rowId xmlns:a16="http://schemas.microsoft.com/office/drawing/2014/main" val="2389528094"/>
                  </a:ext>
                </a:extLst>
              </a:tr>
              <a:tr h="7618249">
                <a:tc>
                  <a:txBody>
                    <a:bodyPr/>
                    <a:lstStyle/>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1600" kern="1200" noProof="0" dirty="0">
                          <a:solidFill>
                            <a:schemeClr val="dk1"/>
                          </a:solidFill>
                          <a:latin typeface="+mn-lt"/>
                          <a:ea typeface="+mn-ea"/>
                          <a:cs typeface="+mn-cs"/>
                        </a:rPr>
                        <a:t>https://www.doutorfinancas.pt/empresas/como-obter-informacoes-sobre-uma-empresa/</a:t>
                      </a:r>
                    </a:p>
                    <a:p>
                      <a:pPr marL="285750" indent="-285750">
                        <a:lnSpc>
                          <a:spcPct val="150000"/>
                        </a:lnSpc>
                        <a:buFont typeface="Arial" panose="020B0604020202020204" pitchFamily="34" charset="0"/>
                        <a:buChar char="•"/>
                      </a:pPr>
                      <a:endParaRPr lang="es-ES" sz="1600" kern="1200" noProof="0" dirty="0">
                        <a:solidFill>
                          <a:schemeClr val="dk1"/>
                        </a:solidFill>
                        <a:latin typeface="+mn-lt"/>
                        <a:ea typeface="+mn-ea"/>
                        <a:cs typeface="+mn-cs"/>
                      </a:endParaRP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https://transparencia.gov.pt/</a:t>
                      </a:r>
                    </a:p>
                    <a:p>
                      <a:pPr marL="285750" indent="-285750">
                        <a:lnSpc>
                          <a:spcPct val="150000"/>
                        </a:lnSpc>
                        <a:buFont typeface="Arial" panose="020B0604020202020204" pitchFamily="34" charset="0"/>
                        <a:buChar char="•"/>
                      </a:pPr>
                      <a:endParaRPr lang="es-ES" sz="1600" kern="1200" noProof="0" dirty="0">
                        <a:solidFill>
                          <a:schemeClr val="dk1"/>
                        </a:solidFill>
                        <a:latin typeface="+mn-lt"/>
                        <a:ea typeface="+mn-ea"/>
                        <a:cs typeface="+mn-cs"/>
                      </a:endParaRP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Pesquisa de </a:t>
                      </a:r>
                      <a:r>
                        <a:rPr lang="es-ES" sz="1600" kern="1200" noProof="0" dirty="0" err="1">
                          <a:solidFill>
                            <a:schemeClr val="dk1"/>
                          </a:solidFill>
                          <a:latin typeface="+mn-lt"/>
                          <a:ea typeface="+mn-ea"/>
                          <a:cs typeface="+mn-cs"/>
                        </a:rPr>
                        <a:t>bens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penhorados</a:t>
                      </a:r>
                      <a:r>
                        <a:rPr lang="es-ES" sz="1600" kern="1200" noProof="0" dirty="0">
                          <a:solidFill>
                            <a:schemeClr val="dk1"/>
                          </a:solidFill>
                          <a:latin typeface="+mn-lt"/>
                          <a:ea typeface="+mn-ea"/>
                          <a:cs typeface="+mn-cs"/>
                        </a:rPr>
                        <a:t> – </a:t>
                      </a:r>
                      <a:r>
                        <a:rPr lang="es-ES" sz="1600" kern="1200" noProof="0" dirty="0" err="1">
                          <a:solidFill>
                            <a:schemeClr val="dk1"/>
                          </a:solidFill>
                          <a:latin typeface="+mn-lt"/>
                          <a:ea typeface="+mn-ea"/>
                          <a:cs typeface="+mn-cs"/>
                        </a:rPr>
                        <a:t>não</a:t>
                      </a:r>
                      <a:r>
                        <a:rPr lang="es-ES" sz="1600" kern="1200" noProof="0" dirty="0">
                          <a:solidFill>
                            <a:schemeClr val="dk1"/>
                          </a:solidFill>
                          <a:latin typeface="+mn-lt"/>
                          <a:ea typeface="+mn-ea"/>
                          <a:cs typeface="+mn-cs"/>
                        </a:rPr>
                        <a:t> oficial (</a:t>
                      </a:r>
                      <a:r>
                        <a:rPr lang="es-ES" sz="1600" kern="1200" noProof="0" dirty="0">
                          <a:solidFill>
                            <a:schemeClr val="dk1"/>
                          </a:solidFill>
                          <a:latin typeface="+mn-lt"/>
                          <a:ea typeface="+mn-ea"/>
                          <a:cs typeface="+mn-cs"/>
                          <a:hlinkClick r:id="rId34"/>
                        </a:rPr>
                        <a:t>link</a:t>
                      </a:r>
                      <a:r>
                        <a:rPr lang="es-ES" sz="1600" kern="1200" noProof="0" dirty="0">
                          <a:solidFill>
                            <a:schemeClr val="dk1"/>
                          </a:solidFill>
                          <a:latin typeface="+mn-lt"/>
                          <a:ea typeface="+mn-ea"/>
                          <a:cs typeface="+mn-cs"/>
                        </a:rPr>
                        <a:t>)</a:t>
                      </a: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Pesquisa de </a:t>
                      </a:r>
                      <a:r>
                        <a:rPr lang="es-ES" sz="1600" kern="1200" noProof="0" dirty="0" err="1">
                          <a:solidFill>
                            <a:schemeClr val="dk1"/>
                          </a:solidFill>
                          <a:latin typeface="+mn-lt"/>
                          <a:ea typeface="+mn-ea"/>
                          <a:cs typeface="+mn-cs"/>
                        </a:rPr>
                        <a:t>bens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penhorados</a:t>
                      </a:r>
                      <a:r>
                        <a:rPr lang="es-ES" sz="1600" kern="1200" noProof="0" dirty="0">
                          <a:solidFill>
                            <a:schemeClr val="dk1"/>
                          </a:solidFill>
                          <a:latin typeface="+mn-lt"/>
                          <a:ea typeface="+mn-ea"/>
                          <a:cs typeface="+mn-cs"/>
                        </a:rPr>
                        <a:t> – </a:t>
                      </a:r>
                      <a:r>
                        <a:rPr lang="es-ES" sz="1600" kern="1200" noProof="0" dirty="0" err="1">
                          <a:solidFill>
                            <a:schemeClr val="dk1"/>
                          </a:solidFill>
                          <a:latin typeface="+mn-lt"/>
                          <a:ea typeface="+mn-ea"/>
                          <a:cs typeface="+mn-cs"/>
                        </a:rPr>
                        <a:t>não</a:t>
                      </a:r>
                      <a:r>
                        <a:rPr lang="es-ES" sz="1600" kern="1200" noProof="0" dirty="0">
                          <a:solidFill>
                            <a:schemeClr val="dk1"/>
                          </a:solidFill>
                          <a:latin typeface="+mn-lt"/>
                          <a:ea typeface="+mn-ea"/>
                          <a:cs typeface="+mn-cs"/>
                        </a:rPr>
                        <a:t> oficial (</a:t>
                      </a:r>
                      <a:r>
                        <a:rPr lang="es-ES" sz="1600" kern="1200" noProof="0" dirty="0">
                          <a:solidFill>
                            <a:schemeClr val="dk1"/>
                          </a:solidFill>
                          <a:latin typeface="+mn-lt"/>
                          <a:ea typeface="+mn-ea"/>
                          <a:cs typeface="+mn-cs"/>
                          <a:hlinkClick r:id="rId35"/>
                        </a:rPr>
                        <a:t>link</a:t>
                      </a:r>
                      <a:r>
                        <a:rPr lang="es-ES" sz="1600" kern="1200" noProof="0" dirty="0">
                          <a:solidFill>
                            <a:schemeClr val="dk1"/>
                          </a:solidFill>
                          <a:latin typeface="+mn-lt"/>
                          <a:ea typeface="+mn-ea"/>
                          <a:cs typeface="+mn-cs"/>
                        </a:rPr>
                        <a:t>)</a:t>
                      </a:r>
                    </a:p>
                    <a:p>
                      <a:pPr marL="285750" indent="-285750">
                        <a:lnSpc>
                          <a:spcPct val="150000"/>
                        </a:lnSpc>
                        <a:buFont typeface="Arial" panose="020B0604020202020204" pitchFamily="34" charset="0"/>
                        <a:buChar char="•"/>
                      </a:pPr>
                      <a:endParaRPr lang="es-ES" sz="1600" kern="1200" noProof="0" dirty="0">
                        <a:solidFill>
                          <a:schemeClr val="dk1"/>
                        </a:solidFill>
                        <a:latin typeface="+mn-lt"/>
                        <a:ea typeface="+mn-ea"/>
                        <a:cs typeface="+mn-cs"/>
                      </a:endParaRP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https://geneall.net/</a:t>
                      </a:r>
                    </a:p>
                    <a:p>
                      <a:pPr marL="285750" indent="-285750">
                        <a:lnSpc>
                          <a:spcPct val="150000"/>
                        </a:lnSpc>
                        <a:buFont typeface="Arial" panose="020B0604020202020204" pitchFamily="34" charset="0"/>
                        <a:buChar char="•"/>
                      </a:pPr>
                      <a:endParaRPr lang="es-ES" sz="1600" kern="1200" noProof="0" dirty="0">
                        <a:solidFill>
                          <a:schemeClr val="dk1"/>
                        </a:solidFill>
                        <a:latin typeface="+mn-lt"/>
                        <a:ea typeface="+mn-ea"/>
                        <a:cs typeface="+mn-cs"/>
                      </a:endParaRP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https://www.einforma.pt/</a:t>
                      </a: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https://www.iberinform.pt</a:t>
                      </a: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https://www.racius.com</a:t>
                      </a: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https://www.rigorbiz.pt/</a:t>
                      </a:r>
                    </a:p>
                    <a:p>
                      <a:pPr marL="285750" indent="-285750">
                        <a:lnSpc>
                          <a:spcPct val="150000"/>
                        </a:lnSpc>
                        <a:buFont typeface="Arial" panose="020B0604020202020204" pitchFamily="34" charset="0"/>
                        <a:buChar char="•"/>
                      </a:pPr>
                      <a:endParaRPr lang="es-ES" sz="1600" kern="1200" noProof="0" dirty="0">
                        <a:solidFill>
                          <a:schemeClr val="dk1"/>
                        </a:solidFill>
                        <a:latin typeface="+mn-lt"/>
                        <a:ea typeface="+mn-ea"/>
                        <a:cs typeface="+mn-cs"/>
                      </a:endParaRP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https://www.emailondeck.com/</a:t>
                      </a: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https://temp-mail.org/</a:t>
                      </a:r>
                    </a:p>
                    <a:p>
                      <a:pPr marL="285750" indent="-285750">
                        <a:lnSpc>
                          <a:spcPct val="150000"/>
                        </a:lnSpc>
                        <a:buFont typeface="Arial" panose="020B0604020202020204" pitchFamily="34" charset="0"/>
                        <a:buChar char="•"/>
                      </a:pPr>
                      <a:endParaRPr lang="es-ES" sz="1600" kern="1200" noProof="0" dirty="0">
                        <a:solidFill>
                          <a:schemeClr val="dk1"/>
                        </a:solidFill>
                        <a:latin typeface="+mn-lt"/>
                        <a:ea typeface="+mn-ea"/>
                        <a:cs typeface="+mn-cs"/>
                      </a:endParaRP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https://www.playmakerstats.com/</a:t>
                      </a:r>
                    </a:p>
                    <a:p>
                      <a:pPr marL="285750" indent="-285750">
                        <a:lnSpc>
                          <a:spcPct val="150000"/>
                        </a:lnSpc>
                        <a:buFont typeface="Arial" panose="020B0604020202020204" pitchFamily="34" charset="0"/>
                        <a:buChar char="•"/>
                      </a:pPr>
                      <a:endParaRPr lang="es-ES" sz="1600" kern="1200" noProof="0" dirty="0">
                        <a:solidFill>
                          <a:schemeClr val="dk1"/>
                        </a:solidFill>
                        <a:latin typeface="+mn-lt"/>
                        <a:ea typeface="+mn-ea"/>
                        <a:cs typeface="+mn-cs"/>
                      </a:endParaRPr>
                    </a:p>
                    <a:p>
                      <a:pPr marL="285750" indent="-285750">
                        <a:lnSpc>
                          <a:spcPct val="150000"/>
                        </a:lnSpc>
                        <a:buFont typeface="Arial" panose="020B0604020202020204" pitchFamily="34" charset="0"/>
                        <a:buChar char="•"/>
                      </a:pPr>
                      <a:r>
                        <a:rPr lang="es-ES" sz="1600" kern="1200" noProof="0" dirty="0">
                          <a:solidFill>
                            <a:schemeClr val="dk1"/>
                          </a:solidFill>
                          <a:latin typeface="+mn-lt"/>
                          <a:ea typeface="+mn-ea"/>
                          <a:cs typeface="+mn-cs"/>
                        </a:rPr>
                        <a:t>https://www.pai.pt/</a:t>
                      </a:r>
                    </a:p>
                  </a:txBody>
                  <a:tcPr>
                    <a:noFill/>
                  </a:tcPr>
                </a:tc>
                <a:extLst>
                  <a:ext uri="{0D108BD9-81ED-4DB2-BD59-A6C34878D82A}">
                    <a16:rowId xmlns:a16="http://schemas.microsoft.com/office/drawing/2014/main" val="3288223916"/>
                  </a:ext>
                </a:extLst>
              </a:tr>
            </a:tbl>
          </a:graphicData>
        </a:graphic>
      </p:graphicFrame>
      <p:sp>
        <p:nvSpPr>
          <p:cNvPr id="8" name="TextBox 15">
            <a:extLst>
              <a:ext uri="{FF2B5EF4-FFF2-40B4-BE49-F238E27FC236}">
                <a16:creationId xmlns:a16="http://schemas.microsoft.com/office/drawing/2014/main" id="{BB90B3EA-E099-85EC-413D-A32A8E5F0C2A}"/>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35</a:t>
            </a:fld>
            <a:endParaRPr lang="es-ES" sz="1500" b="1" noProof="0" dirty="0">
              <a:solidFill>
                <a:srgbClr val="343434"/>
              </a:solidFill>
              <a:latin typeface="DM Sans Bold"/>
              <a:ea typeface="DM Sans Bold"/>
              <a:cs typeface="DM Sans Bold"/>
              <a:sym typeface="DM Sans Bold"/>
            </a:endParaRPr>
          </a:p>
        </p:txBody>
      </p:sp>
      <p:sp>
        <p:nvSpPr>
          <p:cNvPr id="11" name="TextBox 10">
            <a:extLst>
              <a:ext uri="{FF2B5EF4-FFF2-40B4-BE49-F238E27FC236}">
                <a16:creationId xmlns:a16="http://schemas.microsoft.com/office/drawing/2014/main" id="{8F508DAC-AED6-D401-F3A1-3D1FD26E0E73}"/>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12" name="TextBox 12">
            <a:extLst>
              <a:ext uri="{FF2B5EF4-FFF2-40B4-BE49-F238E27FC236}">
                <a16:creationId xmlns:a16="http://schemas.microsoft.com/office/drawing/2014/main" id="{44EF6D07-8C88-5739-2492-59B8FA55849E}"/>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3" name="Picture 12">
            <a:extLst>
              <a:ext uri="{FF2B5EF4-FFF2-40B4-BE49-F238E27FC236}">
                <a16:creationId xmlns:a16="http://schemas.microsoft.com/office/drawing/2014/main" id="{FCCA67AB-BCB7-B40B-3A31-F6D24ED17D5D}"/>
              </a:ext>
            </a:extLst>
          </p:cNvPr>
          <p:cNvPicPr>
            <a:picLocks noChangeAspect="1"/>
          </p:cNvPicPr>
          <p:nvPr/>
        </p:nvPicPr>
        <p:blipFill>
          <a:blip r:embed="rId36"/>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1896505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EC2348-D20F-37E0-F624-76B158ED771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669B876-F818-6D7F-E683-F3C945CAE77E}"/>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8" name="TextBox 15">
            <a:extLst>
              <a:ext uri="{FF2B5EF4-FFF2-40B4-BE49-F238E27FC236}">
                <a16:creationId xmlns:a16="http://schemas.microsoft.com/office/drawing/2014/main" id="{0C577248-89E7-9557-2501-C03343ACDD55}"/>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36</a:t>
            </a:fld>
            <a:endParaRPr lang="es-ES" sz="1500" b="1" noProof="0" dirty="0">
              <a:solidFill>
                <a:srgbClr val="343434"/>
              </a:solidFill>
              <a:latin typeface="DM Sans Bold"/>
              <a:ea typeface="DM Sans Bold"/>
              <a:cs typeface="DM Sans Bold"/>
              <a:sym typeface="DM Sans Bold"/>
            </a:endParaRPr>
          </a:p>
        </p:txBody>
      </p:sp>
      <p:sp>
        <p:nvSpPr>
          <p:cNvPr id="11" name="Freeform 4">
            <a:extLst>
              <a:ext uri="{FF2B5EF4-FFF2-40B4-BE49-F238E27FC236}">
                <a16:creationId xmlns:a16="http://schemas.microsoft.com/office/drawing/2014/main" id="{918D92A5-A305-0FA3-6953-B949F9FCEB0C}"/>
              </a:ext>
            </a:extLst>
          </p:cNvPr>
          <p:cNvSpPr/>
          <p:nvPr/>
        </p:nvSpPr>
        <p:spPr>
          <a:xfrm>
            <a:off x="3934517" y="3615405"/>
            <a:ext cx="936193" cy="887460"/>
          </a:xfrm>
          <a:custGeom>
            <a:avLst/>
            <a:gdLst/>
            <a:ahLst/>
            <a:cxnLst/>
            <a:rect l="l" t="t" r="r" b="b"/>
            <a:pathLst>
              <a:path w="936193" h="887460">
                <a:moveTo>
                  <a:pt x="0" y="0"/>
                </a:moveTo>
                <a:lnTo>
                  <a:pt x="936193" y="0"/>
                </a:lnTo>
                <a:lnTo>
                  <a:pt x="936193" y="887460"/>
                </a:lnTo>
                <a:lnTo>
                  <a:pt x="0" y="887460"/>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s-ES" noProof="0" dirty="0"/>
          </a:p>
        </p:txBody>
      </p:sp>
      <p:sp>
        <p:nvSpPr>
          <p:cNvPr id="15" name="Freeform 6">
            <a:extLst>
              <a:ext uri="{FF2B5EF4-FFF2-40B4-BE49-F238E27FC236}">
                <a16:creationId xmlns:a16="http://schemas.microsoft.com/office/drawing/2014/main" id="{B93408B7-2479-9D6F-C742-8EFAE8F26DB2}"/>
              </a:ext>
            </a:extLst>
          </p:cNvPr>
          <p:cNvSpPr/>
          <p:nvPr/>
        </p:nvSpPr>
        <p:spPr>
          <a:xfrm>
            <a:off x="13209909" y="3574813"/>
            <a:ext cx="889362" cy="887460"/>
          </a:xfrm>
          <a:custGeom>
            <a:avLst/>
            <a:gdLst/>
            <a:ahLst/>
            <a:cxnLst/>
            <a:rect l="l" t="t" r="r" b="b"/>
            <a:pathLst>
              <a:path w="889362" h="887460">
                <a:moveTo>
                  <a:pt x="0" y="0"/>
                </a:moveTo>
                <a:lnTo>
                  <a:pt x="889362" y="0"/>
                </a:lnTo>
                <a:lnTo>
                  <a:pt x="889362" y="887460"/>
                </a:lnTo>
                <a:lnTo>
                  <a:pt x="0" y="88746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s-ES" noProof="0" dirty="0"/>
          </a:p>
        </p:txBody>
      </p:sp>
      <p:sp>
        <p:nvSpPr>
          <p:cNvPr id="18" name="TextBox 15">
            <a:extLst>
              <a:ext uri="{FF2B5EF4-FFF2-40B4-BE49-F238E27FC236}">
                <a16:creationId xmlns:a16="http://schemas.microsoft.com/office/drawing/2014/main" id="{BE010629-60A1-72E2-6D30-03166F9DEF06}"/>
              </a:ext>
            </a:extLst>
          </p:cNvPr>
          <p:cNvSpPr txBox="1"/>
          <p:nvPr/>
        </p:nvSpPr>
        <p:spPr>
          <a:xfrm>
            <a:off x="6490019" y="1638300"/>
            <a:ext cx="5216414" cy="1020985"/>
          </a:xfrm>
          <a:prstGeom prst="rect">
            <a:avLst/>
          </a:prstGeom>
        </p:spPr>
        <p:txBody>
          <a:bodyPr lIns="0" tIns="0" rIns="0" bIns="0" rtlCol="0" anchor="t">
            <a:spAutoFit/>
          </a:bodyPr>
          <a:lstStyle/>
          <a:p>
            <a:pPr algn="ctr">
              <a:lnSpc>
                <a:spcPts val="8400"/>
              </a:lnSpc>
            </a:pPr>
            <a:r>
              <a:rPr lang="es-ES" sz="6000" b="1" noProof="0" dirty="0">
                <a:solidFill>
                  <a:srgbClr val="343434"/>
                </a:solidFill>
                <a:latin typeface="Cooper Hewitt Bold" panose="020B0604020202020204" charset="0"/>
                <a:ea typeface="Cooper Hewitt Bold" panose="020B0604020202020204" charset="0"/>
                <a:cs typeface="Cooper Hewitt"/>
                <a:sym typeface="Cooper Hewitt"/>
              </a:rPr>
              <a:t>FUTURO</a:t>
            </a:r>
          </a:p>
        </p:txBody>
      </p:sp>
      <p:sp>
        <p:nvSpPr>
          <p:cNvPr id="19" name="TextBox 16">
            <a:extLst>
              <a:ext uri="{FF2B5EF4-FFF2-40B4-BE49-F238E27FC236}">
                <a16:creationId xmlns:a16="http://schemas.microsoft.com/office/drawing/2014/main" id="{89FD3A41-1C4C-9BBC-68F2-7A7F42569AC3}"/>
              </a:ext>
            </a:extLst>
          </p:cNvPr>
          <p:cNvSpPr txBox="1"/>
          <p:nvPr/>
        </p:nvSpPr>
        <p:spPr>
          <a:xfrm>
            <a:off x="2728178" y="4626940"/>
            <a:ext cx="3348869" cy="342594"/>
          </a:xfrm>
          <a:prstGeom prst="rect">
            <a:avLst/>
          </a:prstGeom>
        </p:spPr>
        <p:txBody>
          <a:bodyPr wrap="square" lIns="0" tIns="0" rIns="0" bIns="0" rtlCol="0" anchor="t">
            <a:spAutoFit/>
          </a:bodyPr>
          <a:lstStyle/>
          <a:p>
            <a:pPr algn="ctr">
              <a:lnSpc>
                <a:spcPts val="2800"/>
              </a:lnSpc>
            </a:pPr>
            <a:r>
              <a:rPr lang="es-ES" sz="2000" b="1" noProof="0" dirty="0">
                <a:solidFill>
                  <a:srgbClr val="343434"/>
                </a:solidFill>
                <a:latin typeface="DM Sans Bold"/>
                <a:ea typeface="DM Sans Bold"/>
                <a:cs typeface="DM Sans Bold"/>
                <a:sym typeface="DM Sans Bold"/>
              </a:rPr>
              <a:t>BASE DE DATOS PÚBLICA</a:t>
            </a:r>
          </a:p>
        </p:txBody>
      </p:sp>
      <p:sp>
        <p:nvSpPr>
          <p:cNvPr id="21" name="TextBox 18">
            <a:extLst>
              <a:ext uri="{FF2B5EF4-FFF2-40B4-BE49-F238E27FC236}">
                <a16:creationId xmlns:a16="http://schemas.microsoft.com/office/drawing/2014/main" id="{577F392E-7E93-99AA-56EF-E1676B08FEF9}"/>
              </a:ext>
            </a:extLst>
          </p:cNvPr>
          <p:cNvSpPr txBox="1"/>
          <p:nvPr/>
        </p:nvSpPr>
        <p:spPr>
          <a:xfrm>
            <a:off x="7926765" y="4626940"/>
            <a:ext cx="2434469" cy="349250"/>
          </a:xfrm>
          <a:prstGeom prst="rect">
            <a:avLst/>
          </a:prstGeom>
        </p:spPr>
        <p:txBody>
          <a:bodyPr lIns="0" tIns="0" rIns="0" bIns="0" rtlCol="0" anchor="t">
            <a:spAutoFit/>
          </a:bodyPr>
          <a:lstStyle/>
          <a:p>
            <a:pPr marL="0" lvl="0" indent="0" algn="ctr">
              <a:lnSpc>
                <a:spcPts val="2800"/>
              </a:lnSpc>
              <a:spcBef>
                <a:spcPct val="0"/>
              </a:spcBef>
            </a:pPr>
            <a:r>
              <a:rPr lang="es-ES" sz="2000" b="1" u="none" strike="noStrike" noProof="0" dirty="0">
                <a:solidFill>
                  <a:srgbClr val="343434"/>
                </a:solidFill>
                <a:latin typeface="DM Sans Bold"/>
                <a:ea typeface="DM Sans Bold"/>
                <a:cs typeface="DM Sans Bold"/>
                <a:sym typeface="DM Sans Bold"/>
              </a:rPr>
              <a:t>AUTOMATIZACIÓN</a:t>
            </a:r>
          </a:p>
        </p:txBody>
      </p:sp>
      <p:sp>
        <p:nvSpPr>
          <p:cNvPr id="23" name="TextBox 20">
            <a:extLst>
              <a:ext uri="{FF2B5EF4-FFF2-40B4-BE49-F238E27FC236}">
                <a16:creationId xmlns:a16="http://schemas.microsoft.com/office/drawing/2014/main" id="{2DD6F32D-120F-DD71-B76F-3DD13FFE97AD}"/>
              </a:ext>
            </a:extLst>
          </p:cNvPr>
          <p:cNvSpPr txBox="1"/>
          <p:nvPr/>
        </p:nvSpPr>
        <p:spPr>
          <a:xfrm>
            <a:off x="12210952" y="4626940"/>
            <a:ext cx="2728640" cy="342594"/>
          </a:xfrm>
          <a:prstGeom prst="rect">
            <a:avLst/>
          </a:prstGeom>
        </p:spPr>
        <p:txBody>
          <a:bodyPr wrap="square" lIns="0" tIns="0" rIns="0" bIns="0" rtlCol="0" anchor="t">
            <a:spAutoFit/>
          </a:bodyPr>
          <a:lstStyle/>
          <a:p>
            <a:pPr marL="0" lvl="0" indent="0" algn="ctr">
              <a:lnSpc>
                <a:spcPts val="2800"/>
              </a:lnSpc>
              <a:spcBef>
                <a:spcPct val="0"/>
              </a:spcBef>
            </a:pPr>
            <a:r>
              <a:rPr lang="es-ES" sz="2000" b="1" u="none" strike="noStrike" noProof="0" dirty="0">
                <a:solidFill>
                  <a:srgbClr val="343434"/>
                </a:solidFill>
                <a:latin typeface="DM Sans Bold"/>
                <a:ea typeface="DM Sans Bold"/>
                <a:cs typeface="DM Sans Bold"/>
                <a:sym typeface="DM Sans Bold"/>
              </a:rPr>
              <a:t>ANÁLISIS DE DATOS</a:t>
            </a:r>
          </a:p>
        </p:txBody>
      </p:sp>
      <p:sp>
        <p:nvSpPr>
          <p:cNvPr id="12" name="Freeform 5">
            <a:extLst>
              <a:ext uri="{FF2B5EF4-FFF2-40B4-BE49-F238E27FC236}">
                <a16:creationId xmlns:a16="http://schemas.microsoft.com/office/drawing/2014/main" id="{1E53BF90-50B5-3769-6275-ECF0421B51BE}"/>
              </a:ext>
            </a:extLst>
          </p:cNvPr>
          <p:cNvSpPr/>
          <p:nvPr/>
        </p:nvSpPr>
        <p:spPr>
          <a:xfrm>
            <a:off x="8703781" y="3314700"/>
            <a:ext cx="788891" cy="1220381"/>
          </a:xfrm>
          <a:custGeom>
            <a:avLst/>
            <a:gdLst/>
            <a:ahLst/>
            <a:cxnLst/>
            <a:rect l="l" t="t" r="r" b="b"/>
            <a:pathLst>
              <a:path w="2597247" h="4793577">
                <a:moveTo>
                  <a:pt x="0" y="0"/>
                </a:moveTo>
                <a:lnTo>
                  <a:pt x="2597247" y="0"/>
                </a:lnTo>
                <a:lnTo>
                  <a:pt x="2597247" y="4793577"/>
                </a:lnTo>
                <a:lnTo>
                  <a:pt x="0" y="4793577"/>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s-ES" noProof="0" dirty="0"/>
          </a:p>
        </p:txBody>
      </p:sp>
      <p:sp>
        <p:nvSpPr>
          <p:cNvPr id="26" name="Content Placeholder 2">
            <a:extLst>
              <a:ext uri="{FF2B5EF4-FFF2-40B4-BE49-F238E27FC236}">
                <a16:creationId xmlns:a16="http://schemas.microsoft.com/office/drawing/2014/main" id="{7AEEAC48-D9D5-0986-6990-3E9810ADAA7F}"/>
              </a:ext>
            </a:extLst>
          </p:cNvPr>
          <p:cNvSpPr txBox="1">
            <a:spLocks/>
          </p:cNvSpPr>
          <p:nvPr/>
        </p:nvSpPr>
        <p:spPr>
          <a:xfrm>
            <a:off x="5298020" y="5773606"/>
            <a:ext cx="7445546" cy="1859757"/>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s-ES" noProof="0" dirty="0"/>
              <a:t>Mapear las personas y entidades clave </a:t>
            </a:r>
          </a:p>
          <a:p>
            <a:r>
              <a:rPr lang="es-ES" noProof="0" dirty="0"/>
              <a:t>Rastrear conexiones financieras</a:t>
            </a:r>
          </a:p>
        </p:txBody>
      </p:sp>
      <p:sp>
        <p:nvSpPr>
          <p:cNvPr id="29" name="Content Placeholder 2">
            <a:extLst>
              <a:ext uri="{FF2B5EF4-FFF2-40B4-BE49-F238E27FC236}">
                <a16:creationId xmlns:a16="http://schemas.microsoft.com/office/drawing/2014/main" id="{B54760A5-0797-35E1-85E9-C5064C3E5B27}"/>
              </a:ext>
            </a:extLst>
          </p:cNvPr>
          <p:cNvSpPr txBox="1">
            <a:spLocks/>
          </p:cNvSpPr>
          <p:nvPr/>
        </p:nvSpPr>
        <p:spPr>
          <a:xfrm>
            <a:off x="4010067" y="7650121"/>
            <a:ext cx="10267864" cy="79796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Transparencia para todos los políticos/servidores públicos.</a:t>
            </a:r>
          </a:p>
        </p:txBody>
      </p:sp>
      <p:sp>
        <p:nvSpPr>
          <p:cNvPr id="3" name="TextBox 10">
            <a:extLst>
              <a:ext uri="{FF2B5EF4-FFF2-40B4-BE49-F238E27FC236}">
                <a16:creationId xmlns:a16="http://schemas.microsoft.com/office/drawing/2014/main" id="{2AA44283-4163-253F-666A-17FA451248E5}"/>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7" name="TextBox 12">
            <a:extLst>
              <a:ext uri="{FF2B5EF4-FFF2-40B4-BE49-F238E27FC236}">
                <a16:creationId xmlns:a16="http://schemas.microsoft.com/office/drawing/2014/main" id="{E8644CC0-F54A-27B2-CD38-2A5B73B3F2D5}"/>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9" name="Picture 8">
            <a:extLst>
              <a:ext uri="{FF2B5EF4-FFF2-40B4-BE49-F238E27FC236}">
                <a16:creationId xmlns:a16="http://schemas.microsoft.com/office/drawing/2014/main" id="{2F8897CC-6F7C-D780-1020-FC78EA874D14}"/>
              </a:ext>
            </a:extLst>
          </p:cNvPr>
          <p:cNvPicPr>
            <a:picLocks noChangeAspect="1"/>
          </p:cNvPicPr>
          <p:nvPr/>
        </p:nvPicPr>
        <p:blipFill>
          <a:blip r:embed="rId11"/>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11458519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0A744-132D-8C8E-A1F4-587581AE30E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E3E263F-7538-415F-C63E-A25001A40180}"/>
              </a:ext>
            </a:extLst>
          </p:cNvPr>
          <p:cNvSpPr>
            <a:spLocks noGrp="1" noRot="1" noMove="1" noResize="1" noEditPoints="1" noAdjustHandles="1" noChangeArrowheads="1" noChangeShapeType="1"/>
          </p:cNvSpPr>
          <p:nvPr/>
        </p:nvSpPr>
        <p:spPr>
          <a:xfrm>
            <a:off x="-780893" y="-4223244"/>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3">
              <a:alphaModFix amt="4000"/>
              <a:extLst>
                <a:ext uri="{96DAC541-7B7A-43D3-8B79-37D633B846F1}">
                  <asvg:svgBlip xmlns:asvg="http://schemas.microsoft.com/office/drawing/2016/SVG/main" r:embed="rId4"/>
                </a:ext>
              </a:extLst>
            </a:blip>
            <a:stretch>
              <a:fillRect/>
            </a:stretch>
          </a:blipFill>
        </p:spPr>
        <p:txBody>
          <a:bodyPr/>
          <a:lstStyle/>
          <a:p>
            <a:endParaRPr lang="es-ES" noProof="0" dirty="0"/>
          </a:p>
        </p:txBody>
      </p:sp>
      <p:sp>
        <p:nvSpPr>
          <p:cNvPr id="8" name="TextBox 4">
            <a:extLst>
              <a:ext uri="{FF2B5EF4-FFF2-40B4-BE49-F238E27FC236}">
                <a16:creationId xmlns:a16="http://schemas.microsoft.com/office/drawing/2014/main" id="{DE52D9C8-AE4A-F17F-D0CD-0E78A8D64279}"/>
              </a:ext>
            </a:extLst>
          </p:cNvPr>
          <p:cNvSpPr txBox="1"/>
          <p:nvPr/>
        </p:nvSpPr>
        <p:spPr>
          <a:xfrm>
            <a:off x="171983" y="2086544"/>
            <a:ext cx="10877017" cy="6337504"/>
          </a:xfrm>
          <a:prstGeom prst="rect">
            <a:avLst/>
          </a:prstGeom>
        </p:spPr>
        <p:txBody>
          <a:bodyPr wrap="square" lIns="0" tIns="0" rIns="0" bIns="0" rtlCol="0" anchor="t">
            <a:spAutoFit/>
          </a:bodyPr>
          <a:lstStyle/>
          <a:p>
            <a:pPr algn="ctr">
              <a:lnSpc>
                <a:spcPts val="27108"/>
              </a:lnSpc>
            </a:pPr>
            <a:r>
              <a:rPr lang="es-ES" sz="13400" b="1" noProof="0" dirty="0">
                <a:solidFill>
                  <a:srgbClr val="343434"/>
                </a:solidFill>
                <a:latin typeface="Cooper Hewitt Bold"/>
                <a:ea typeface="Cooper Hewitt Bold"/>
                <a:cs typeface="Cooper Hewitt Bold"/>
                <a:sym typeface="Cooper Hewitt Bold"/>
              </a:rPr>
              <a:t>GRACIAS</a:t>
            </a:r>
          </a:p>
          <a:p>
            <a:pPr algn="ctr">
              <a:lnSpc>
                <a:spcPts val="27108"/>
              </a:lnSpc>
            </a:pPr>
            <a:r>
              <a:rPr lang="es-ES" sz="7200" b="1" noProof="0" dirty="0">
                <a:solidFill>
                  <a:srgbClr val="343434"/>
                </a:solidFill>
                <a:latin typeface="Cooper Hewitt Bold"/>
                <a:ea typeface="Cooper Hewitt Bold"/>
                <a:cs typeface="Cooper Hewitt Bold"/>
                <a:sym typeface="Cooper Hewitt Bold"/>
              </a:rPr>
              <a:t>Preguntas y Respuestas</a:t>
            </a:r>
          </a:p>
        </p:txBody>
      </p:sp>
      <p:pic>
        <p:nvPicPr>
          <p:cNvPr id="7" name="Picture 6" descr="Cartoon person in a suit and glasses&#10;&#10;AI-generated content may be incorrect.">
            <a:extLst>
              <a:ext uri="{FF2B5EF4-FFF2-40B4-BE49-F238E27FC236}">
                <a16:creationId xmlns:a16="http://schemas.microsoft.com/office/drawing/2014/main" id="{F3AE502E-36E2-3C74-63EE-BC6A76CBC084}"/>
              </a:ext>
            </a:extLst>
          </p:cNvPr>
          <p:cNvPicPr>
            <a:picLocks noChangeAspect="1"/>
          </p:cNvPicPr>
          <p:nvPr/>
        </p:nvPicPr>
        <p:blipFill>
          <a:blip r:embed="rId5"/>
          <a:stretch>
            <a:fillRect/>
          </a:stretch>
        </p:blipFill>
        <p:spPr>
          <a:xfrm>
            <a:off x="11128069" y="2204526"/>
            <a:ext cx="6321731" cy="6321731"/>
          </a:xfrm>
          <a:prstGeom prst="rect">
            <a:avLst/>
          </a:prstGeom>
        </p:spPr>
      </p:pic>
      <p:sp>
        <p:nvSpPr>
          <p:cNvPr id="3" name="TextBox 15">
            <a:extLst>
              <a:ext uri="{FF2B5EF4-FFF2-40B4-BE49-F238E27FC236}">
                <a16:creationId xmlns:a16="http://schemas.microsoft.com/office/drawing/2014/main" id="{30C162E2-67AC-CE80-9440-24DC2A6889EC}"/>
              </a:ext>
            </a:extLst>
          </p:cNvPr>
          <p:cNvSpPr txBox="1"/>
          <p:nvPr/>
        </p:nvSpPr>
        <p:spPr>
          <a:xfrm>
            <a:off x="16253563" y="8991600"/>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37</a:t>
            </a:fld>
            <a:endParaRPr lang="es-ES" sz="1500" b="1" noProof="0" dirty="0">
              <a:solidFill>
                <a:srgbClr val="343434"/>
              </a:solidFill>
              <a:latin typeface="DM Sans Bold"/>
              <a:ea typeface="DM Sans Bold"/>
              <a:cs typeface="DM Sans Bold"/>
              <a:sym typeface="DM Sans Bold"/>
            </a:endParaRPr>
          </a:p>
        </p:txBody>
      </p:sp>
      <p:sp>
        <p:nvSpPr>
          <p:cNvPr id="9" name="TextBox 10">
            <a:extLst>
              <a:ext uri="{FF2B5EF4-FFF2-40B4-BE49-F238E27FC236}">
                <a16:creationId xmlns:a16="http://schemas.microsoft.com/office/drawing/2014/main" id="{5142CE51-28D9-8459-5179-519C5E9AB4C7}"/>
              </a:ext>
            </a:extLst>
          </p:cNvPr>
          <p:cNvSpPr txBox="1"/>
          <p:nvPr/>
        </p:nvSpPr>
        <p:spPr>
          <a:xfrm>
            <a:off x="12155219" y="647700"/>
            <a:ext cx="1457012" cy="235962"/>
          </a:xfrm>
          <a:prstGeom prst="rect">
            <a:avLst/>
          </a:prstGeom>
        </p:spPr>
        <p:txBody>
          <a:bodyPr wrap="square" lIns="0" tIns="0" rIns="0" bIns="0" rtlCol="0" anchor="t">
            <a:spAutoFit/>
          </a:bodyPr>
          <a:lstStyle/>
          <a:p>
            <a:pPr marL="0" lvl="1" indent="0" algn="ctr">
              <a:lnSpc>
                <a:spcPts val="1874"/>
              </a:lnSpc>
              <a:spcBef>
                <a:spcPct val="0"/>
              </a:spcBef>
            </a:pPr>
            <a:r>
              <a:rPr lang="es-ES" sz="1453" spc="-79" noProof="0" dirty="0">
                <a:solidFill>
                  <a:srgbClr val="343434"/>
                </a:solidFill>
                <a:latin typeface="DM Sans"/>
                <a:ea typeface="DM Sans"/>
                <a:cs typeface="DM Sans"/>
                <a:sym typeface="DM Sans"/>
              </a:rPr>
              <a:t>OsintomátiCOPS</a:t>
            </a:r>
            <a:endParaRPr lang="es-ES" sz="1453" u="none" strike="noStrike" spc="-79" noProof="0" dirty="0">
              <a:solidFill>
                <a:srgbClr val="343434"/>
              </a:solidFill>
              <a:latin typeface="DM Sans"/>
              <a:ea typeface="DM Sans"/>
              <a:cs typeface="DM Sans"/>
              <a:sym typeface="DM Sans"/>
            </a:endParaRPr>
          </a:p>
        </p:txBody>
      </p:sp>
      <p:sp>
        <p:nvSpPr>
          <p:cNvPr id="10" name="TextBox 12">
            <a:extLst>
              <a:ext uri="{FF2B5EF4-FFF2-40B4-BE49-F238E27FC236}">
                <a16:creationId xmlns:a16="http://schemas.microsoft.com/office/drawing/2014/main" id="{A9CA41B1-20A4-18B2-A4EC-21A053CAC03E}"/>
              </a:ext>
            </a:extLst>
          </p:cNvPr>
          <p:cNvSpPr txBox="1"/>
          <p:nvPr/>
        </p:nvSpPr>
        <p:spPr>
          <a:xfrm>
            <a:off x="13866962" y="647700"/>
            <a:ext cx="3430438" cy="235962"/>
          </a:xfrm>
          <a:prstGeom prst="rect">
            <a:avLst/>
          </a:prstGeom>
        </p:spPr>
        <p:txBody>
          <a:bodyPr wrap="square" lIns="0" tIns="0" rIns="0" bIns="0" rtlCol="0" anchor="t">
            <a:spAutoFit/>
          </a:bodyPr>
          <a:lstStyle/>
          <a:p>
            <a:pPr marL="0" lvl="1" indent="0" algn="ctr">
              <a:lnSpc>
                <a:spcPts val="1874"/>
              </a:lnSpc>
              <a:spcBef>
                <a:spcPct val="0"/>
              </a:spcBef>
            </a:pPr>
            <a:r>
              <a:rPr lang="es-ES" sz="1453" u="none" strike="noStrike" spc="-79" noProof="0" dirty="0">
                <a:solidFill>
                  <a:srgbClr val="343434"/>
                </a:solidFill>
                <a:latin typeface="DM Sans"/>
                <a:ea typeface="DM Sans"/>
                <a:cs typeface="DM Sans"/>
                <a:sym typeface="DM Sans"/>
              </a:rPr>
              <a:t>Negocios Privados, Consecuencias Públicas</a:t>
            </a:r>
          </a:p>
        </p:txBody>
      </p:sp>
      <p:pic>
        <p:nvPicPr>
          <p:cNvPr id="11" name="Picture 10">
            <a:extLst>
              <a:ext uri="{FF2B5EF4-FFF2-40B4-BE49-F238E27FC236}">
                <a16:creationId xmlns:a16="http://schemas.microsoft.com/office/drawing/2014/main" id="{8336FBFE-D3A8-E89A-7419-69440DCD9208}"/>
              </a:ext>
            </a:extLst>
          </p:cNvPr>
          <p:cNvPicPr>
            <a:picLocks noChangeAspect="1"/>
          </p:cNvPicPr>
          <p:nvPr/>
        </p:nvPicPr>
        <p:blipFill>
          <a:blip r:embed="rId6"/>
          <a:stretch>
            <a:fillRect/>
          </a:stretch>
        </p:blipFill>
        <p:spPr>
          <a:xfrm>
            <a:off x="319097" y="476614"/>
            <a:ext cx="1585903" cy="1006621"/>
          </a:xfrm>
          <a:prstGeom prst="rect">
            <a:avLst/>
          </a:prstGeom>
        </p:spPr>
      </p:pic>
    </p:spTree>
    <p:extLst>
      <p:ext uri="{BB962C8B-B14F-4D97-AF65-F5344CB8AC3E}">
        <p14:creationId xmlns:p14="http://schemas.microsoft.com/office/powerpoint/2010/main" val="32971171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1443</TotalTime>
  <Words>4863</Words>
  <Application>Microsoft Office PowerPoint</Application>
  <PresentationFormat>Custom</PresentationFormat>
  <Paragraphs>739</Paragraphs>
  <Slides>37</Slides>
  <Notes>37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DM Sans Bold</vt:lpstr>
      <vt:lpstr>Aptos</vt:lpstr>
      <vt:lpstr>Cooper Hewitt Bold</vt:lpstr>
      <vt:lpstr>DM Sans</vt:lpstr>
      <vt:lpstr>Calibri</vt:lpstr>
      <vt:lpstr>Arial</vt:lpstr>
      <vt:lpstr>Cooper Hewitt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Private Business, Public Fallout</dc:title>
  <cp:lastModifiedBy>Pedro Vieira</cp:lastModifiedBy>
  <cp:revision>130</cp:revision>
  <dcterms:created xsi:type="dcterms:W3CDTF">2006-08-16T00:00:00Z</dcterms:created>
  <dcterms:modified xsi:type="dcterms:W3CDTF">2025-09-28T12:06:12Z</dcterms:modified>
  <dc:identifier>DAGjx1WIT8Y</dc:identifier>
</cp:coreProperties>
</file>